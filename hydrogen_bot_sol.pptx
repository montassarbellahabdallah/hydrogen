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7"/>
  </p:notesMasterIdLst>
  <p:sldIdLst>
    <p:sldId id="256" r:id="rId2"/>
    <p:sldId id="257" r:id="rId3"/>
    <p:sldId id="621" r:id="rId4"/>
    <p:sldId id="632" r:id="rId5"/>
    <p:sldId id="633" r:id="rId6"/>
  </p:sldIdLst>
  <p:sldSz cx="9144000" cy="5143500" type="screen16x9"/>
  <p:notesSz cx="6858000" cy="9144000"/>
  <p:embeddedFontLst>
    <p:embeddedFont>
      <p:font typeface="Nunito Light" pitchFamily="2" charset="0"/>
      <p:regular r:id="rId8"/>
      <p:italic r:id="rId9"/>
    </p:embeddedFont>
    <p:embeddedFont>
      <p:font typeface="Open Sans" panose="020B0606030504020204" pitchFamily="34" charset="0"/>
      <p:regular r:id="rId10"/>
      <p:bold r:id="rId11"/>
      <p:italic r:id="rId12"/>
      <p:boldItalic r:id="rId13"/>
    </p:embeddedFont>
    <p:embeddedFont>
      <p:font typeface="Open Sans Light" panose="020B0306030504020204" pitchFamily="34" charset="0"/>
      <p:regular r:id="rId14"/>
      <p:italic r:id="rId15"/>
    </p:embeddedFont>
    <p:embeddedFont>
      <p:font typeface="Raleway" pitchFamily="2" charset="0"/>
      <p:regular r:id="rId16"/>
      <p:bold r:id="rId17"/>
      <p:italic r:id="rId18"/>
      <p:boldItalic r:id="rId19"/>
    </p:embeddedFont>
    <p:embeddedFont>
      <p:font typeface="Raleway Black" pitchFamily="2" charset="0"/>
      <p:bold r:id="rId20"/>
      <p:boldItalic r:id="rId21"/>
    </p:embeddedFont>
    <p:embeddedFont>
      <p:font typeface="Roboto" panose="020000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F5CB"/>
    <a:srgbClr val="BCF1B5"/>
    <a:srgbClr val="E3F4FA"/>
    <a:srgbClr val="525252"/>
    <a:srgbClr val="C3C9C1"/>
    <a:srgbClr val="0596A2"/>
    <a:srgbClr val="CD0C0C"/>
    <a:srgbClr val="00648F"/>
    <a:srgbClr val="6BC1D1"/>
    <a:srgbClr val="FCF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D5AE87B-E85A-4CF0-A245-78D118BAD60D}">
  <a:tblStyle styleId="{1D5AE87B-E85A-4CF0-A245-78D118BAD60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0053756-4CD3-49D7-B044-B6A70D43C94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7FA2AA5-36A1-4855-894B-5489CE2545F6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6126" autoAdjust="0"/>
  </p:normalViewPr>
  <p:slideViewPr>
    <p:cSldViewPr snapToGrid="0">
      <p:cViewPr varScale="1">
        <p:scale>
          <a:sx n="96" d="100"/>
          <a:sy n="96" d="100"/>
        </p:scale>
        <p:origin x="1171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4.fntdata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font" Target="fonts/font18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font" Target="fonts/font17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font" Target="fonts/font16.fntdata"/><Relationship Id="rId28" Type="http://schemas.openxmlformats.org/officeDocument/2006/relationships/theme" Target="theme/theme1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font" Target="fonts/font1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679348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5">
          <a:extLst>
            <a:ext uri="{FF2B5EF4-FFF2-40B4-BE49-F238E27FC236}">
              <a16:creationId xmlns:a16="http://schemas.microsoft.com/office/drawing/2014/main" id="{393E5A76-B806-3328-C64D-0D872FC67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54dda1946d_6_322:notes">
            <a:extLst>
              <a:ext uri="{FF2B5EF4-FFF2-40B4-BE49-F238E27FC236}">
                <a16:creationId xmlns:a16="http://schemas.microsoft.com/office/drawing/2014/main" id="{477AEE81-932E-6A40-E7E4-EFE8F5A586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54dda1946d_6_322:notes">
            <a:extLst>
              <a:ext uri="{FF2B5EF4-FFF2-40B4-BE49-F238E27FC236}">
                <a16:creationId xmlns:a16="http://schemas.microsoft.com/office/drawing/2014/main" id="{68D17BB6-B912-0AD9-17A1-B1E78FF303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855039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5">
          <a:extLst>
            <a:ext uri="{FF2B5EF4-FFF2-40B4-BE49-F238E27FC236}">
              <a16:creationId xmlns:a16="http://schemas.microsoft.com/office/drawing/2014/main" id="{5F304C58-EC30-3F66-FD42-72020FA1A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54dda1946d_6_322:notes">
            <a:extLst>
              <a:ext uri="{FF2B5EF4-FFF2-40B4-BE49-F238E27FC236}">
                <a16:creationId xmlns:a16="http://schemas.microsoft.com/office/drawing/2014/main" id="{F24654BC-65D3-05CD-DC1C-D6F46C83BF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54dda1946d_6_322:notes">
            <a:extLst>
              <a:ext uri="{FF2B5EF4-FFF2-40B4-BE49-F238E27FC236}">
                <a16:creationId xmlns:a16="http://schemas.microsoft.com/office/drawing/2014/main" id="{8EBC6FCF-6FAA-AD6C-A8AB-90E6176377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3690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4688" y="1218425"/>
            <a:ext cx="4393800" cy="20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4688" y="3371350"/>
            <a:ext cx="4393800" cy="510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237106" y="227144"/>
            <a:ext cx="952222" cy="319917"/>
            <a:chOff x="1608712" y="575096"/>
            <a:chExt cx="675431" cy="226924"/>
          </a:xfrm>
        </p:grpSpPr>
        <p:sp>
          <p:nvSpPr>
            <p:cNvPr id="12" name="Google Shape;12;p2"/>
            <p:cNvSpPr/>
            <p:nvPr/>
          </p:nvSpPr>
          <p:spPr>
            <a:xfrm>
              <a:off x="1608712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608"/>
                  </a:moveTo>
                  <a:cubicBezTo>
                    <a:pt x="83609" y="64398"/>
                    <a:pt x="65136" y="82871"/>
                    <a:pt x="42353" y="82871"/>
                  </a:cubicBezTo>
                  <a:cubicBezTo>
                    <a:pt x="19556" y="82871"/>
                    <a:pt x="1090" y="64398"/>
                    <a:pt x="1090" y="41608"/>
                  </a:cubicBezTo>
                  <a:cubicBezTo>
                    <a:pt x="1090" y="18824"/>
                    <a:pt x="19556" y="352"/>
                    <a:pt x="42353" y="352"/>
                  </a:cubicBezTo>
                  <a:cubicBezTo>
                    <a:pt x="65136" y="352"/>
                    <a:pt x="83609" y="18824"/>
                    <a:pt x="83609" y="416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768398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763436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923122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907840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608"/>
                  </a:moveTo>
                  <a:cubicBezTo>
                    <a:pt x="83807" y="64398"/>
                    <a:pt x="65342" y="82871"/>
                    <a:pt x="42551" y="82871"/>
                  </a:cubicBezTo>
                  <a:cubicBezTo>
                    <a:pt x="19761" y="82871"/>
                    <a:pt x="1289" y="64398"/>
                    <a:pt x="1289" y="41608"/>
                  </a:cubicBezTo>
                  <a:cubicBezTo>
                    <a:pt x="1289" y="18824"/>
                    <a:pt x="19761" y="352"/>
                    <a:pt x="42551" y="352"/>
                  </a:cubicBezTo>
                  <a:cubicBezTo>
                    <a:pt x="65342" y="352"/>
                    <a:pt x="83807" y="18824"/>
                    <a:pt x="83807" y="416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067525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062564" y="575096"/>
              <a:ext cx="61893" cy="61889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608"/>
                  </a:moveTo>
                  <a:cubicBezTo>
                    <a:pt x="83917" y="64398"/>
                    <a:pt x="65438" y="82871"/>
                    <a:pt x="42654" y="82871"/>
                  </a:cubicBezTo>
                  <a:cubicBezTo>
                    <a:pt x="19870" y="82871"/>
                    <a:pt x="1392" y="64398"/>
                    <a:pt x="1392" y="41608"/>
                  </a:cubicBezTo>
                  <a:cubicBezTo>
                    <a:pt x="1392" y="18824"/>
                    <a:pt x="19870" y="352"/>
                    <a:pt x="42654" y="352"/>
                  </a:cubicBezTo>
                  <a:cubicBezTo>
                    <a:pt x="65438" y="352"/>
                    <a:pt x="83917" y="18824"/>
                    <a:pt x="83917" y="416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222250" y="740131"/>
              <a:ext cx="61893" cy="61889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/>
          <p:nvPr/>
        </p:nvSpPr>
        <p:spPr>
          <a:xfrm>
            <a:off x="-654799" y="-864825"/>
            <a:ext cx="1493084" cy="1493084"/>
          </a:xfrm>
          <a:custGeom>
            <a:avLst/>
            <a:gdLst/>
            <a:ahLst/>
            <a:cxnLst/>
            <a:rect l="l" t="t" r="r" b="b"/>
            <a:pathLst>
              <a:path w="350901" h="350901" extrusionOk="0">
                <a:moveTo>
                  <a:pt x="350901" y="175451"/>
                </a:moveTo>
                <a:cubicBezTo>
                  <a:pt x="350901" y="272349"/>
                  <a:pt x="272349" y="350901"/>
                  <a:pt x="175450" y="350901"/>
                </a:cubicBezTo>
                <a:cubicBezTo>
                  <a:pt x="78552" y="350901"/>
                  <a:pt x="0" y="272349"/>
                  <a:pt x="0" y="175451"/>
                </a:cubicBezTo>
                <a:cubicBezTo>
                  <a:pt x="0" y="78552"/>
                  <a:pt x="78552" y="0"/>
                  <a:pt x="175450" y="0"/>
                </a:cubicBezTo>
                <a:cubicBezTo>
                  <a:pt x="272349" y="0"/>
                  <a:pt x="350901" y="78552"/>
                  <a:pt x="350901" y="17545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78" name="Google Shape;78;p6"/>
          <p:cNvGrpSpPr/>
          <p:nvPr/>
        </p:nvGrpSpPr>
        <p:grpSpPr>
          <a:xfrm rot="5400000">
            <a:off x="488933" y="4471054"/>
            <a:ext cx="249523" cy="820121"/>
            <a:chOff x="72832" y="1247500"/>
            <a:chExt cx="347865" cy="1143344"/>
          </a:xfrm>
        </p:grpSpPr>
        <p:sp>
          <p:nvSpPr>
            <p:cNvPr id="79" name="Google Shape;79;p6"/>
            <p:cNvSpPr/>
            <p:nvPr/>
          </p:nvSpPr>
          <p:spPr>
            <a:xfrm>
              <a:off x="72832" y="1247500"/>
              <a:ext cx="99314" cy="99347"/>
            </a:xfrm>
            <a:custGeom>
              <a:avLst/>
              <a:gdLst/>
              <a:ahLst/>
              <a:cxnLst/>
              <a:rect l="l" t="t" r="r" b="b"/>
              <a:pathLst>
                <a:path w="93472" h="93503" extrusionOk="0">
                  <a:moveTo>
                    <a:pt x="97137" y="47811"/>
                  </a:moveTo>
                  <a:cubicBezTo>
                    <a:pt x="97137" y="73631"/>
                    <a:pt x="76182" y="94567"/>
                    <a:pt x="50400" y="94567"/>
                  </a:cubicBezTo>
                  <a:cubicBezTo>
                    <a:pt x="24556" y="94567"/>
                    <a:pt x="3664" y="73631"/>
                    <a:pt x="3664" y="47811"/>
                  </a:cubicBezTo>
                  <a:cubicBezTo>
                    <a:pt x="3664" y="21992"/>
                    <a:pt x="24556" y="1063"/>
                    <a:pt x="50400" y="1063"/>
                  </a:cubicBezTo>
                  <a:cubicBezTo>
                    <a:pt x="76182" y="1063"/>
                    <a:pt x="97137" y="21992"/>
                    <a:pt x="97137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6"/>
            <p:cNvSpPr/>
            <p:nvPr/>
          </p:nvSpPr>
          <p:spPr>
            <a:xfrm>
              <a:off x="72832" y="1512641"/>
              <a:ext cx="99314" cy="99347"/>
            </a:xfrm>
            <a:custGeom>
              <a:avLst/>
              <a:gdLst/>
              <a:ahLst/>
              <a:cxnLst/>
              <a:rect l="l" t="t" r="r" b="b"/>
              <a:pathLst>
                <a:path w="93472" h="93503" extrusionOk="0">
                  <a:moveTo>
                    <a:pt x="97137" y="47936"/>
                  </a:moveTo>
                  <a:cubicBezTo>
                    <a:pt x="97137" y="73755"/>
                    <a:pt x="76182" y="94691"/>
                    <a:pt x="50400" y="94691"/>
                  </a:cubicBezTo>
                  <a:cubicBezTo>
                    <a:pt x="24556" y="94691"/>
                    <a:pt x="3664" y="73755"/>
                    <a:pt x="3664" y="47936"/>
                  </a:cubicBezTo>
                  <a:cubicBezTo>
                    <a:pt x="3664" y="22117"/>
                    <a:pt x="24556" y="1187"/>
                    <a:pt x="50400" y="1187"/>
                  </a:cubicBezTo>
                  <a:cubicBezTo>
                    <a:pt x="76182" y="1187"/>
                    <a:pt x="97137" y="22117"/>
                    <a:pt x="97137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6"/>
            <p:cNvSpPr/>
            <p:nvPr/>
          </p:nvSpPr>
          <p:spPr>
            <a:xfrm>
              <a:off x="321384" y="1512650"/>
              <a:ext cx="99313" cy="9934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253" y="47811"/>
                  </a:moveTo>
                  <a:cubicBezTo>
                    <a:pt x="97253" y="73631"/>
                    <a:pt x="76361" y="94567"/>
                    <a:pt x="50517" y="94567"/>
                  </a:cubicBezTo>
                  <a:cubicBezTo>
                    <a:pt x="24736" y="94567"/>
                    <a:pt x="3781" y="73631"/>
                    <a:pt x="3781" y="47811"/>
                  </a:cubicBezTo>
                  <a:cubicBezTo>
                    <a:pt x="3781" y="21992"/>
                    <a:pt x="24736" y="1063"/>
                    <a:pt x="50517" y="1063"/>
                  </a:cubicBezTo>
                  <a:cubicBezTo>
                    <a:pt x="76361" y="1063"/>
                    <a:pt x="97253" y="21992"/>
                    <a:pt x="97253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6"/>
            <p:cNvSpPr/>
            <p:nvPr/>
          </p:nvSpPr>
          <p:spPr>
            <a:xfrm>
              <a:off x="321384" y="1777791"/>
              <a:ext cx="99313" cy="9934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253" y="47936"/>
                  </a:moveTo>
                  <a:cubicBezTo>
                    <a:pt x="97253" y="73755"/>
                    <a:pt x="76361" y="94691"/>
                    <a:pt x="50517" y="94691"/>
                  </a:cubicBezTo>
                  <a:cubicBezTo>
                    <a:pt x="24736" y="94691"/>
                    <a:pt x="3781" y="73755"/>
                    <a:pt x="3781" y="47936"/>
                  </a:cubicBezTo>
                  <a:cubicBezTo>
                    <a:pt x="3781" y="22117"/>
                    <a:pt x="24736" y="1187"/>
                    <a:pt x="50517" y="1187"/>
                  </a:cubicBezTo>
                  <a:cubicBezTo>
                    <a:pt x="76361" y="1187"/>
                    <a:pt x="97253" y="22117"/>
                    <a:pt x="97253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6"/>
            <p:cNvSpPr/>
            <p:nvPr/>
          </p:nvSpPr>
          <p:spPr>
            <a:xfrm>
              <a:off x="72832" y="1761206"/>
              <a:ext cx="99314" cy="99347"/>
            </a:xfrm>
            <a:custGeom>
              <a:avLst/>
              <a:gdLst/>
              <a:ahLst/>
              <a:cxnLst/>
              <a:rect l="l" t="t" r="r" b="b"/>
              <a:pathLst>
                <a:path w="93472" h="93503" extrusionOk="0">
                  <a:moveTo>
                    <a:pt x="97137" y="48059"/>
                  </a:moveTo>
                  <a:cubicBezTo>
                    <a:pt x="97137" y="73878"/>
                    <a:pt x="76182" y="94807"/>
                    <a:pt x="50400" y="94807"/>
                  </a:cubicBezTo>
                  <a:cubicBezTo>
                    <a:pt x="24556" y="94807"/>
                    <a:pt x="3664" y="73878"/>
                    <a:pt x="3664" y="48059"/>
                  </a:cubicBezTo>
                  <a:cubicBezTo>
                    <a:pt x="3664" y="22240"/>
                    <a:pt x="24556" y="1304"/>
                    <a:pt x="50400" y="1304"/>
                  </a:cubicBezTo>
                  <a:cubicBezTo>
                    <a:pt x="76182" y="1304"/>
                    <a:pt x="97137" y="22240"/>
                    <a:pt x="97137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6"/>
            <p:cNvSpPr/>
            <p:nvPr/>
          </p:nvSpPr>
          <p:spPr>
            <a:xfrm>
              <a:off x="72832" y="2026347"/>
              <a:ext cx="99314" cy="99347"/>
            </a:xfrm>
            <a:custGeom>
              <a:avLst/>
              <a:gdLst/>
              <a:ahLst/>
              <a:cxnLst/>
              <a:rect l="l" t="t" r="r" b="b"/>
              <a:pathLst>
                <a:path w="93472" h="93503" extrusionOk="0">
                  <a:moveTo>
                    <a:pt x="97137" y="48183"/>
                  </a:moveTo>
                  <a:cubicBezTo>
                    <a:pt x="97137" y="74002"/>
                    <a:pt x="76182" y="94932"/>
                    <a:pt x="50400" y="94932"/>
                  </a:cubicBezTo>
                  <a:cubicBezTo>
                    <a:pt x="24556" y="94932"/>
                    <a:pt x="3664" y="74002"/>
                    <a:pt x="3664" y="48183"/>
                  </a:cubicBezTo>
                  <a:cubicBezTo>
                    <a:pt x="3664" y="22364"/>
                    <a:pt x="24556" y="1428"/>
                    <a:pt x="50400" y="1428"/>
                  </a:cubicBezTo>
                  <a:cubicBezTo>
                    <a:pt x="76182" y="1428"/>
                    <a:pt x="97137" y="22364"/>
                    <a:pt x="97137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6"/>
            <p:cNvSpPr/>
            <p:nvPr/>
          </p:nvSpPr>
          <p:spPr>
            <a:xfrm>
              <a:off x="321384" y="2026356"/>
              <a:ext cx="99313" cy="9934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253" y="48059"/>
                  </a:moveTo>
                  <a:cubicBezTo>
                    <a:pt x="97253" y="73878"/>
                    <a:pt x="76361" y="94807"/>
                    <a:pt x="50517" y="94807"/>
                  </a:cubicBezTo>
                  <a:cubicBezTo>
                    <a:pt x="24736" y="94807"/>
                    <a:pt x="3781" y="73878"/>
                    <a:pt x="3781" y="48059"/>
                  </a:cubicBezTo>
                  <a:cubicBezTo>
                    <a:pt x="3781" y="22240"/>
                    <a:pt x="24736" y="1304"/>
                    <a:pt x="50517" y="1304"/>
                  </a:cubicBezTo>
                  <a:cubicBezTo>
                    <a:pt x="76361" y="1304"/>
                    <a:pt x="97253" y="22240"/>
                    <a:pt x="97253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6"/>
            <p:cNvSpPr/>
            <p:nvPr/>
          </p:nvSpPr>
          <p:spPr>
            <a:xfrm>
              <a:off x="321384" y="2291497"/>
              <a:ext cx="99313" cy="9934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253" y="48183"/>
                  </a:moveTo>
                  <a:cubicBezTo>
                    <a:pt x="97253" y="74002"/>
                    <a:pt x="76361" y="94932"/>
                    <a:pt x="50517" y="94932"/>
                  </a:cubicBezTo>
                  <a:cubicBezTo>
                    <a:pt x="24736" y="94932"/>
                    <a:pt x="3781" y="74002"/>
                    <a:pt x="3781" y="48183"/>
                  </a:cubicBezTo>
                  <a:cubicBezTo>
                    <a:pt x="3781" y="22364"/>
                    <a:pt x="24736" y="1428"/>
                    <a:pt x="50517" y="1428"/>
                  </a:cubicBezTo>
                  <a:cubicBezTo>
                    <a:pt x="76361" y="1428"/>
                    <a:pt x="97253" y="22364"/>
                    <a:pt x="97253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6"/>
          <p:cNvGrpSpPr/>
          <p:nvPr/>
        </p:nvGrpSpPr>
        <p:grpSpPr>
          <a:xfrm>
            <a:off x="7853024" y="50098"/>
            <a:ext cx="1169941" cy="1332046"/>
            <a:chOff x="7853024" y="50098"/>
            <a:chExt cx="1169941" cy="1332046"/>
          </a:xfrm>
        </p:grpSpPr>
        <p:sp>
          <p:nvSpPr>
            <p:cNvPr id="88" name="Google Shape;88;p6"/>
            <p:cNvSpPr/>
            <p:nvPr/>
          </p:nvSpPr>
          <p:spPr>
            <a:xfrm>
              <a:off x="8845882" y="80603"/>
              <a:ext cx="177082" cy="177082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6"/>
            <p:cNvSpPr/>
            <p:nvPr/>
          </p:nvSpPr>
          <p:spPr>
            <a:xfrm>
              <a:off x="8272916" y="1062358"/>
              <a:ext cx="319786" cy="319786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6"/>
            <p:cNvSpPr/>
            <p:nvPr/>
          </p:nvSpPr>
          <p:spPr>
            <a:xfrm>
              <a:off x="7853024" y="50098"/>
              <a:ext cx="139460" cy="139460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6"/>
            <p:cNvSpPr/>
            <p:nvPr/>
          </p:nvSpPr>
          <p:spPr>
            <a:xfrm>
              <a:off x="8430777" y="480475"/>
              <a:ext cx="234164" cy="234164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6"/>
            <p:cNvSpPr/>
            <p:nvPr/>
          </p:nvSpPr>
          <p:spPr>
            <a:xfrm>
              <a:off x="8864699" y="992423"/>
              <a:ext cx="139460" cy="139460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7"/>
          <p:cNvGrpSpPr/>
          <p:nvPr/>
        </p:nvGrpSpPr>
        <p:grpSpPr>
          <a:xfrm>
            <a:off x="-1540690" y="0"/>
            <a:ext cx="12040889" cy="6961553"/>
            <a:chOff x="-1540690" y="-23652"/>
            <a:chExt cx="12040889" cy="6961553"/>
          </a:xfrm>
        </p:grpSpPr>
        <p:sp>
          <p:nvSpPr>
            <p:cNvPr id="95" name="Google Shape;95;p7"/>
            <p:cNvSpPr/>
            <p:nvPr/>
          </p:nvSpPr>
          <p:spPr>
            <a:xfrm rot="10800000">
              <a:off x="-1540690" y="4234611"/>
              <a:ext cx="2707416" cy="2703290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6" name="Google Shape;96;p7"/>
            <p:cNvGrpSpPr/>
            <p:nvPr/>
          </p:nvGrpSpPr>
          <p:grpSpPr>
            <a:xfrm>
              <a:off x="439593" y="-23652"/>
              <a:ext cx="10060606" cy="5205813"/>
              <a:chOff x="439593" y="-23652"/>
              <a:chExt cx="10060606" cy="5205813"/>
            </a:xfrm>
          </p:grpSpPr>
          <p:sp>
            <p:nvSpPr>
              <p:cNvPr id="97" name="Google Shape;97;p7"/>
              <p:cNvSpPr/>
              <p:nvPr/>
            </p:nvSpPr>
            <p:spPr>
              <a:xfrm rot="10800000">
                <a:off x="8430854" y="-23652"/>
                <a:ext cx="2069345" cy="2066251"/>
              </a:xfrm>
              <a:custGeom>
                <a:avLst/>
                <a:gdLst/>
                <a:ahLst/>
                <a:cxnLst/>
                <a:rect l="l" t="t" r="r" b="b"/>
                <a:pathLst>
                  <a:path w="82518" h="82518" extrusionOk="0">
                    <a:moveTo>
                      <a:pt x="83711" y="41608"/>
                    </a:moveTo>
                    <a:cubicBezTo>
                      <a:pt x="83711" y="64398"/>
                      <a:pt x="65233" y="82871"/>
                      <a:pt x="42449" y="82871"/>
                    </a:cubicBezTo>
                    <a:cubicBezTo>
                      <a:pt x="19665" y="82871"/>
                      <a:pt x="1193" y="64398"/>
                      <a:pt x="1193" y="41608"/>
                    </a:cubicBezTo>
                    <a:cubicBezTo>
                      <a:pt x="1193" y="18824"/>
                      <a:pt x="19665" y="352"/>
                      <a:pt x="42449" y="352"/>
                    </a:cubicBezTo>
                    <a:cubicBezTo>
                      <a:pt x="65233" y="352"/>
                      <a:pt x="83711" y="18824"/>
                      <a:pt x="83711" y="4160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8" name="Google Shape;98;p7"/>
              <p:cNvGrpSpPr/>
              <p:nvPr/>
            </p:nvGrpSpPr>
            <p:grpSpPr>
              <a:xfrm>
                <a:off x="439593" y="4411425"/>
                <a:ext cx="508982" cy="770736"/>
                <a:chOff x="5137170" y="1563182"/>
                <a:chExt cx="409051" cy="619463"/>
              </a:xfrm>
            </p:grpSpPr>
            <p:sp>
              <p:nvSpPr>
                <p:cNvPr id="99" name="Google Shape;99;p7"/>
                <p:cNvSpPr/>
                <p:nvPr/>
              </p:nvSpPr>
              <p:spPr>
                <a:xfrm>
                  <a:off x="5137170" y="1563182"/>
                  <a:ext cx="70103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6911" y="47811"/>
                      </a:moveTo>
                      <a:cubicBezTo>
                        <a:pt x="96911" y="73631"/>
                        <a:pt x="75956" y="94567"/>
                        <a:pt x="50175" y="94567"/>
                      </a:cubicBezTo>
                      <a:cubicBezTo>
                        <a:pt x="24330" y="94567"/>
                        <a:pt x="3439" y="73631"/>
                        <a:pt x="3439" y="47811"/>
                      </a:cubicBezTo>
                      <a:cubicBezTo>
                        <a:pt x="3439" y="21992"/>
                        <a:pt x="24330" y="1063"/>
                        <a:pt x="50175" y="1063"/>
                      </a:cubicBezTo>
                      <a:cubicBezTo>
                        <a:pt x="75956" y="1063"/>
                        <a:pt x="96911" y="21992"/>
                        <a:pt x="96911" y="4781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" name="Google Shape;100;p7"/>
                <p:cNvSpPr/>
                <p:nvPr/>
              </p:nvSpPr>
              <p:spPr>
                <a:xfrm>
                  <a:off x="5137170" y="1750191"/>
                  <a:ext cx="70103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6911" y="47936"/>
                      </a:moveTo>
                      <a:cubicBezTo>
                        <a:pt x="96911" y="73755"/>
                        <a:pt x="75956" y="94691"/>
                        <a:pt x="50175" y="94691"/>
                      </a:cubicBezTo>
                      <a:cubicBezTo>
                        <a:pt x="24330" y="94691"/>
                        <a:pt x="3439" y="73755"/>
                        <a:pt x="3439" y="47936"/>
                      </a:cubicBezTo>
                      <a:cubicBezTo>
                        <a:pt x="3439" y="22117"/>
                        <a:pt x="24330" y="1187"/>
                        <a:pt x="50175" y="1187"/>
                      </a:cubicBezTo>
                      <a:cubicBezTo>
                        <a:pt x="75956" y="1187"/>
                        <a:pt x="96911" y="22117"/>
                        <a:pt x="96911" y="4793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" name="Google Shape;102;p7"/>
                <p:cNvSpPr/>
                <p:nvPr/>
              </p:nvSpPr>
              <p:spPr>
                <a:xfrm>
                  <a:off x="5312477" y="1750191"/>
                  <a:ext cx="70103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7028" y="47936"/>
                      </a:moveTo>
                      <a:cubicBezTo>
                        <a:pt x="97028" y="73755"/>
                        <a:pt x="76137" y="94691"/>
                        <a:pt x="50292" y="94691"/>
                      </a:cubicBezTo>
                      <a:cubicBezTo>
                        <a:pt x="24447" y="94691"/>
                        <a:pt x="3556" y="73755"/>
                        <a:pt x="3556" y="47936"/>
                      </a:cubicBezTo>
                      <a:cubicBezTo>
                        <a:pt x="3556" y="22117"/>
                        <a:pt x="24447" y="1187"/>
                        <a:pt x="50292" y="1187"/>
                      </a:cubicBezTo>
                      <a:cubicBezTo>
                        <a:pt x="76137" y="1187"/>
                        <a:pt x="97028" y="22117"/>
                        <a:pt x="97028" y="4793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" name="Google Shape;107;p7"/>
                <p:cNvSpPr/>
                <p:nvPr/>
              </p:nvSpPr>
              <p:spPr>
                <a:xfrm>
                  <a:off x="5137170" y="1925509"/>
                  <a:ext cx="70103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6911" y="48059"/>
                      </a:moveTo>
                      <a:cubicBezTo>
                        <a:pt x="96911" y="73878"/>
                        <a:pt x="75956" y="94807"/>
                        <a:pt x="50175" y="94807"/>
                      </a:cubicBezTo>
                      <a:cubicBezTo>
                        <a:pt x="24330" y="94807"/>
                        <a:pt x="3439" y="73878"/>
                        <a:pt x="3439" y="48059"/>
                      </a:cubicBezTo>
                      <a:cubicBezTo>
                        <a:pt x="3439" y="22240"/>
                        <a:pt x="24330" y="1304"/>
                        <a:pt x="50175" y="1304"/>
                      </a:cubicBezTo>
                      <a:cubicBezTo>
                        <a:pt x="75956" y="1304"/>
                        <a:pt x="96911" y="22240"/>
                        <a:pt x="96911" y="4805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" name="Google Shape;108;p7"/>
                <p:cNvSpPr/>
                <p:nvPr/>
              </p:nvSpPr>
              <p:spPr>
                <a:xfrm>
                  <a:off x="5137170" y="2112518"/>
                  <a:ext cx="70103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6911" y="48183"/>
                      </a:moveTo>
                      <a:cubicBezTo>
                        <a:pt x="96911" y="74002"/>
                        <a:pt x="75956" y="94932"/>
                        <a:pt x="50175" y="94932"/>
                      </a:cubicBezTo>
                      <a:cubicBezTo>
                        <a:pt x="24330" y="94932"/>
                        <a:pt x="3439" y="74002"/>
                        <a:pt x="3439" y="48183"/>
                      </a:cubicBezTo>
                      <a:cubicBezTo>
                        <a:pt x="3439" y="22364"/>
                        <a:pt x="24330" y="1428"/>
                        <a:pt x="50175" y="1428"/>
                      </a:cubicBezTo>
                      <a:cubicBezTo>
                        <a:pt x="75956" y="1428"/>
                        <a:pt x="96911" y="22364"/>
                        <a:pt x="96911" y="4818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" name="Google Shape;109;p7"/>
                <p:cNvSpPr/>
                <p:nvPr/>
              </p:nvSpPr>
              <p:spPr>
                <a:xfrm>
                  <a:off x="5312477" y="1925509"/>
                  <a:ext cx="70103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7028" y="48059"/>
                      </a:moveTo>
                      <a:cubicBezTo>
                        <a:pt x="97028" y="73878"/>
                        <a:pt x="76137" y="94807"/>
                        <a:pt x="50292" y="94807"/>
                      </a:cubicBezTo>
                      <a:cubicBezTo>
                        <a:pt x="24447" y="94807"/>
                        <a:pt x="3556" y="73878"/>
                        <a:pt x="3556" y="48059"/>
                      </a:cubicBezTo>
                      <a:cubicBezTo>
                        <a:pt x="3556" y="22240"/>
                        <a:pt x="24447" y="1304"/>
                        <a:pt x="50292" y="1304"/>
                      </a:cubicBezTo>
                      <a:cubicBezTo>
                        <a:pt x="76137" y="1304"/>
                        <a:pt x="97028" y="22240"/>
                        <a:pt x="97028" y="4805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" name="Google Shape;110;p7"/>
                <p:cNvSpPr/>
                <p:nvPr/>
              </p:nvSpPr>
              <p:spPr>
                <a:xfrm>
                  <a:off x="5312477" y="2112518"/>
                  <a:ext cx="70103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7028" y="48183"/>
                      </a:moveTo>
                      <a:cubicBezTo>
                        <a:pt x="97028" y="74002"/>
                        <a:pt x="76137" y="94932"/>
                        <a:pt x="50292" y="94932"/>
                      </a:cubicBezTo>
                      <a:cubicBezTo>
                        <a:pt x="24447" y="94932"/>
                        <a:pt x="3556" y="74002"/>
                        <a:pt x="3556" y="48183"/>
                      </a:cubicBezTo>
                      <a:cubicBezTo>
                        <a:pt x="3556" y="22364"/>
                        <a:pt x="24447" y="1428"/>
                        <a:pt x="50292" y="1428"/>
                      </a:cubicBezTo>
                      <a:cubicBezTo>
                        <a:pt x="76137" y="1428"/>
                        <a:pt x="97028" y="22364"/>
                        <a:pt x="97028" y="4818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" name="Google Shape;111;p7"/>
                <p:cNvSpPr/>
                <p:nvPr/>
              </p:nvSpPr>
              <p:spPr>
                <a:xfrm>
                  <a:off x="5476117" y="1925509"/>
                  <a:ext cx="70104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2" h="93503" extrusionOk="0">
                      <a:moveTo>
                        <a:pt x="97137" y="48059"/>
                      </a:moveTo>
                      <a:cubicBezTo>
                        <a:pt x="97137" y="73878"/>
                        <a:pt x="76182" y="94807"/>
                        <a:pt x="50400" y="94807"/>
                      </a:cubicBezTo>
                      <a:cubicBezTo>
                        <a:pt x="24556" y="94807"/>
                        <a:pt x="3664" y="73878"/>
                        <a:pt x="3664" y="48059"/>
                      </a:cubicBezTo>
                      <a:cubicBezTo>
                        <a:pt x="3664" y="22240"/>
                        <a:pt x="24556" y="1304"/>
                        <a:pt x="50400" y="1304"/>
                      </a:cubicBezTo>
                      <a:cubicBezTo>
                        <a:pt x="76182" y="1304"/>
                        <a:pt x="97137" y="22240"/>
                        <a:pt x="97137" y="4805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" name="Google Shape;112;p7"/>
                <p:cNvSpPr/>
                <p:nvPr/>
              </p:nvSpPr>
              <p:spPr>
                <a:xfrm>
                  <a:off x="5476117" y="2112518"/>
                  <a:ext cx="70104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2" h="93503" extrusionOk="0">
                      <a:moveTo>
                        <a:pt x="97137" y="48183"/>
                      </a:moveTo>
                      <a:cubicBezTo>
                        <a:pt x="97137" y="74002"/>
                        <a:pt x="76182" y="94932"/>
                        <a:pt x="50400" y="94932"/>
                      </a:cubicBezTo>
                      <a:cubicBezTo>
                        <a:pt x="24556" y="94932"/>
                        <a:pt x="3664" y="74002"/>
                        <a:pt x="3664" y="48183"/>
                      </a:cubicBezTo>
                      <a:cubicBezTo>
                        <a:pt x="3664" y="22364"/>
                        <a:pt x="24556" y="1428"/>
                        <a:pt x="50400" y="1428"/>
                      </a:cubicBezTo>
                      <a:cubicBezTo>
                        <a:pt x="76182" y="1428"/>
                        <a:pt x="97137" y="22364"/>
                        <a:pt x="97137" y="4818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15" name="Google Shape;115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7"/>
          <p:cNvSpPr txBox="1">
            <a:spLocks noGrp="1"/>
          </p:cNvSpPr>
          <p:nvPr>
            <p:ph type="subTitle" idx="1"/>
          </p:nvPr>
        </p:nvSpPr>
        <p:spPr>
          <a:xfrm>
            <a:off x="713225" y="1721600"/>
            <a:ext cx="4125600" cy="218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0"/>
          <p:cNvSpPr/>
          <p:nvPr/>
        </p:nvSpPr>
        <p:spPr>
          <a:xfrm rot="-2700000">
            <a:off x="7184561" y="-1727402"/>
            <a:ext cx="5182531" cy="5325187"/>
          </a:xfrm>
          <a:custGeom>
            <a:avLst/>
            <a:gdLst/>
            <a:ahLst/>
            <a:cxnLst/>
            <a:rect l="l" t="t" r="r" b="b"/>
            <a:pathLst>
              <a:path w="459500" h="459500" extrusionOk="0">
                <a:moveTo>
                  <a:pt x="459501" y="229750"/>
                </a:moveTo>
                <a:cubicBezTo>
                  <a:pt x="459501" y="356638"/>
                  <a:pt x="356638" y="459501"/>
                  <a:pt x="229750" y="459501"/>
                </a:cubicBezTo>
                <a:cubicBezTo>
                  <a:pt x="102863" y="459501"/>
                  <a:pt x="0" y="356638"/>
                  <a:pt x="0" y="229750"/>
                </a:cubicBezTo>
                <a:cubicBezTo>
                  <a:pt x="0" y="102863"/>
                  <a:pt x="102863" y="0"/>
                  <a:pt x="229750" y="0"/>
                </a:cubicBezTo>
                <a:cubicBezTo>
                  <a:pt x="356638" y="0"/>
                  <a:pt x="459501" y="102863"/>
                  <a:pt x="459501" y="229750"/>
                </a:cubicBezTo>
                <a:close/>
              </a:path>
            </a:pathLst>
          </a:custGeom>
          <a:solidFill>
            <a:srgbClr val="B6E3F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31AB8BF3-BBDF-096B-787D-BF8B0186311C}"/>
              </a:ext>
            </a:extLst>
          </p:cNvPr>
          <p:cNvSpPr/>
          <p:nvPr/>
        </p:nvSpPr>
        <p:spPr>
          <a:xfrm>
            <a:off x="45571" y="11319"/>
            <a:ext cx="1423284" cy="801338"/>
          </a:xfrm>
          <a:prstGeom prst="rect">
            <a:avLst/>
          </a:prstGeom>
          <a:solidFill>
            <a:srgbClr val="E3F4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2" name="Google Shape;472;p30">
            <a:extLst>
              <a:ext uri="{FF2B5EF4-FFF2-40B4-BE49-F238E27FC236}">
                <a16:creationId xmlns:a16="http://schemas.microsoft.com/office/drawing/2014/main" id="{09FF2211-F08E-660E-C31F-B4B4B8EAA1E6}"/>
              </a:ext>
            </a:extLst>
          </p:cNvPr>
          <p:cNvSpPr txBox="1">
            <a:spLocks/>
          </p:cNvSpPr>
          <p:nvPr/>
        </p:nvSpPr>
        <p:spPr>
          <a:xfrm>
            <a:off x="781175" y="1268970"/>
            <a:ext cx="5967293" cy="811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/>
            <a:r>
              <a:rPr lang="fr-FR" b="1" dirty="0"/>
              <a:t>entraîner un modèle de langage (LLM) capable de gérer une demande de réservation chez un médecin</a:t>
            </a:r>
            <a:r>
              <a:rPr lang="fr-FR" dirty="0"/>
              <a:t>.</a:t>
            </a:r>
          </a:p>
          <a:p>
            <a:pPr marL="0" indent="0"/>
            <a:endParaRPr lang="fr-F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dirty="0"/>
              <a:t>Classer les requêtes (RESERVATION, MESSAGE, HORS_SUJET)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dirty="0"/>
              <a:t>Extraire les entités (heure, date, nom médecin)</a:t>
            </a:r>
          </a:p>
        </p:txBody>
      </p:sp>
      <p:sp>
        <p:nvSpPr>
          <p:cNvPr id="559" name="Rectangle: Rounded Corners 558">
            <a:extLst>
              <a:ext uri="{FF2B5EF4-FFF2-40B4-BE49-F238E27FC236}">
                <a16:creationId xmlns:a16="http://schemas.microsoft.com/office/drawing/2014/main" id="{F5CBC663-63C6-4408-377C-B8E66956C93B}"/>
              </a:ext>
            </a:extLst>
          </p:cNvPr>
          <p:cNvSpPr/>
          <p:nvPr/>
        </p:nvSpPr>
        <p:spPr>
          <a:xfrm>
            <a:off x="52079" y="-78512"/>
            <a:ext cx="202246" cy="5320164"/>
          </a:xfrm>
          <a:prstGeom prst="roundRect">
            <a:avLst/>
          </a:prstGeom>
          <a:solidFill>
            <a:srgbClr val="B6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080" name="Group 1079">
            <a:extLst>
              <a:ext uri="{FF2B5EF4-FFF2-40B4-BE49-F238E27FC236}">
                <a16:creationId xmlns:a16="http://schemas.microsoft.com/office/drawing/2014/main" id="{C208BA65-5C0F-B75E-78B6-9F737D383538}"/>
              </a:ext>
            </a:extLst>
          </p:cNvPr>
          <p:cNvGrpSpPr/>
          <p:nvPr/>
        </p:nvGrpSpPr>
        <p:grpSpPr>
          <a:xfrm>
            <a:off x="-27002" y="4214453"/>
            <a:ext cx="1288159" cy="1385548"/>
            <a:chOff x="-27002" y="4214453"/>
            <a:chExt cx="1288159" cy="1385548"/>
          </a:xfrm>
        </p:grpSpPr>
        <p:sp>
          <p:nvSpPr>
            <p:cNvPr id="561" name="Google Shape;519;p30">
              <a:extLst>
                <a:ext uri="{FF2B5EF4-FFF2-40B4-BE49-F238E27FC236}">
                  <a16:creationId xmlns:a16="http://schemas.microsoft.com/office/drawing/2014/main" id="{2B58BA02-EE30-C8F3-2ACB-223AC41B23D6}"/>
                </a:ext>
              </a:extLst>
            </p:cNvPr>
            <p:cNvSpPr/>
            <p:nvPr/>
          </p:nvSpPr>
          <p:spPr>
            <a:xfrm rot="18900000">
              <a:off x="-27002" y="4408592"/>
              <a:ext cx="1191409" cy="1191409"/>
            </a:xfrm>
            <a:custGeom>
              <a:avLst/>
              <a:gdLst/>
              <a:ahLst/>
              <a:cxnLst/>
              <a:rect l="l" t="t" r="r" b="b"/>
              <a:pathLst>
                <a:path w="459500" h="459500" extrusionOk="0">
                  <a:moveTo>
                    <a:pt x="459501" y="229750"/>
                  </a:moveTo>
                  <a:cubicBezTo>
                    <a:pt x="459501" y="356638"/>
                    <a:pt x="356638" y="459501"/>
                    <a:pt x="229750" y="459501"/>
                  </a:cubicBezTo>
                  <a:cubicBezTo>
                    <a:pt x="102863" y="459501"/>
                    <a:pt x="0" y="356638"/>
                    <a:pt x="0" y="229750"/>
                  </a:cubicBezTo>
                  <a:cubicBezTo>
                    <a:pt x="0" y="102863"/>
                    <a:pt x="102863" y="0"/>
                    <a:pt x="229750" y="0"/>
                  </a:cubicBezTo>
                  <a:cubicBezTo>
                    <a:pt x="356638" y="0"/>
                    <a:pt x="459501" y="102863"/>
                    <a:pt x="459501" y="229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62" name="Google Shape;520;p30">
              <a:extLst>
                <a:ext uri="{FF2B5EF4-FFF2-40B4-BE49-F238E27FC236}">
                  <a16:creationId xmlns:a16="http://schemas.microsoft.com/office/drawing/2014/main" id="{058C8D1C-913F-BD7D-D74C-1E8E3915171C}"/>
                </a:ext>
              </a:extLst>
            </p:cNvPr>
            <p:cNvGrpSpPr/>
            <p:nvPr/>
          </p:nvGrpSpPr>
          <p:grpSpPr>
            <a:xfrm>
              <a:off x="162397" y="4214453"/>
              <a:ext cx="287520" cy="277877"/>
              <a:chOff x="276538" y="4265936"/>
              <a:chExt cx="537900" cy="519860"/>
            </a:xfrm>
          </p:grpSpPr>
          <p:sp>
            <p:nvSpPr>
              <p:cNvPr id="1041" name="Google Shape;521;p30">
                <a:extLst>
                  <a:ext uri="{FF2B5EF4-FFF2-40B4-BE49-F238E27FC236}">
                    <a16:creationId xmlns:a16="http://schemas.microsoft.com/office/drawing/2014/main" id="{5F1FD188-5D12-D9BD-1F4E-35866D478A85}"/>
                  </a:ext>
                </a:extLst>
              </p:cNvPr>
              <p:cNvSpPr/>
              <p:nvPr/>
            </p:nvSpPr>
            <p:spPr>
              <a:xfrm rot="10800000">
                <a:off x="620490" y="4591849"/>
                <a:ext cx="193947" cy="193947"/>
              </a:xfrm>
              <a:custGeom>
                <a:avLst/>
                <a:gdLst/>
                <a:ahLst/>
                <a:cxnLst/>
                <a:rect l="l" t="t" r="r" b="b"/>
                <a:pathLst>
                  <a:path w="259461" h="259461" extrusionOk="0">
                    <a:moveTo>
                      <a:pt x="259461" y="87687"/>
                    </a:moveTo>
                    <a:lnTo>
                      <a:pt x="171774" y="87687"/>
                    </a:lnTo>
                    <a:lnTo>
                      <a:pt x="171774" y="0"/>
                    </a:lnTo>
                    <a:lnTo>
                      <a:pt x="87687" y="0"/>
                    </a:lnTo>
                    <a:lnTo>
                      <a:pt x="87687" y="87687"/>
                    </a:lnTo>
                    <a:lnTo>
                      <a:pt x="0" y="87687"/>
                    </a:lnTo>
                    <a:lnTo>
                      <a:pt x="0" y="171774"/>
                    </a:lnTo>
                    <a:lnTo>
                      <a:pt x="87687" y="171774"/>
                    </a:lnTo>
                    <a:lnTo>
                      <a:pt x="87687" y="259461"/>
                    </a:lnTo>
                    <a:lnTo>
                      <a:pt x="171774" y="259461"/>
                    </a:lnTo>
                    <a:lnTo>
                      <a:pt x="171774" y="171774"/>
                    </a:lnTo>
                    <a:lnTo>
                      <a:pt x="259461" y="17177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" name="Google Shape;522;p30">
                <a:extLst>
                  <a:ext uri="{FF2B5EF4-FFF2-40B4-BE49-F238E27FC236}">
                    <a16:creationId xmlns:a16="http://schemas.microsoft.com/office/drawing/2014/main" id="{75BF1A5C-23A6-186D-3FB7-D3ABAB9EE1C4}"/>
                  </a:ext>
                </a:extLst>
              </p:cNvPr>
              <p:cNvSpPr/>
              <p:nvPr/>
            </p:nvSpPr>
            <p:spPr>
              <a:xfrm rot="10800000">
                <a:off x="276538" y="4265936"/>
                <a:ext cx="267245" cy="267245"/>
              </a:xfrm>
              <a:custGeom>
                <a:avLst/>
                <a:gdLst/>
                <a:ahLst/>
                <a:cxnLst/>
                <a:rect l="l" t="t" r="r" b="b"/>
                <a:pathLst>
                  <a:path w="259461" h="259461" extrusionOk="0">
                    <a:moveTo>
                      <a:pt x="259461" y="87687"/>
                    </a:moveTo>
                    <a:lnTo>
                      <a:pt x="171774" y="87687"/>
                    </a:lnTo>
                    <a:lnTo>
                      <a:pt x="171774" y="0"/>
                    </a:lnTo>
                    <a:lnTo>
                      <a:pt x="87687" y="0"/>
                    </a:lnTo>
                    <a:lnTo>
                      <a:pt x="87687" y="87687"/>
                    </a:lnTo>
                    <a:lnTo>
                      <a:pt x="0" y="87687"/>
                    </a:lnTo>
                    <a:lnTo>
                      <a:pt x="0" y="171774"/>
                    </a:lnTo>
                    <a:lnTo>
                      <a:pt x="87687" y="171774"/>
                    </a:lnTo>
                    <a:lnTo>
                      <a:pt x="87687" y="259461"/>
                    </a:lnTo>
                    <a:lnTo>
                      <a:pt x="171774" y="259461"/>
                    </a:lnTo>
                    <a:lnTo>
                      <a:pt x="171774" y="171774"/>
                    </a:lnTo>
                    <a:lnTo>
                      <a:pt x="259461" y="17177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3" name="Google Shape;59;p15">
              <a:extLst>
                <a:ext uri="{FF2B5EF4-FFF2-40B4-BE49-F238E27FC236}">
                  <a16:creationId xmlns:a16="http://schemas.microsoft.com/office/drawing/2014/main" id="{70F5CA11-4104-0F5F-FFEA-2A4CD152FF63}"/>
                </a:ext>
              </a:extLst>
            </p:cNvPr>
            <p:cNvGrpSpPr/>
            <p:nvPr/>
          </p:nvGrpSpPr>
          <p:grpSpPr>
            <a:xfrm>
              <a:off x="388606" y="4341072"/>
              <a:ext cx="872551" cy="621806"/>
              <a:chOff x="485332" y="3045714"/>
              <a:chExt cx="2272409" cy="1619385"/>
            </a:xfrm>
          </p:grpSpPr>
          <p:grpSp>
            <p:nvGrpSpPr>
              <p:cNvPr id="564" name="Google Shape;60;p15">
                <a:extLst>
                  <a:ext uri="{FF2B5EF4-FFF2-40B4-BE49-F238E27FC236}">
                    <a16:creationId xmlns:a16="http://schemas.microsoft.com/office/drawing/2014/main" id="{B14B9B18-0081-F753-65E6-F4E66EAA4B61}"/>
                  </a:ext>
                </a:extLst>
              </p:cNvPr>
              <p:cNvGrpSpPr/>
              <p:nvPr/>
            </p:nvGrpSpPr>
            <p:grpSpPr>
              <a:xfrm>
                <a:off x="485332" y="3271211"/>
                <a:ext cx="1295922" cy="1168375"/>
                <a:chOff x="333385" y="2878200"/>
                <a:chExt cx="1899900" cy="1712909"/>
              </a:xfrm>
            </p:grpSpPr>
            <p:sp>
              <p:nvSpPr>
                <p:cNvPr id="1028" name="Google Shape;61;p15">
                  <a:extLst>
                    <a:ext uri="{FF2B5EF4-FFF2-40B4-BE49-F238E27FC236}">
                      <a16:creationId xmlns:a16="http://schemas.microsoft.com/office/drawing/2014/main" id="{81765959-9F08-2E78-077A-068CDDC8115A}"/>
                    </a:ext>
                  </a:extLst>
                </p:cNvPr>
                <p:cNvSpPr/>
                <p:nvPr/>
              </p:nvSpPr>
              <p:spPr>
                <a:xfrm>
                  <a:off x="333385" y="4332809"/>
                  <a:ext cx="1899900" cy="258300"/>
                </a:xfrm>
                <a:prstGeom prst="ellipse">
                  <a:avLst/>
                </a:prstGeom>
                <a:solidFill>
                  <a:srgbClr val="000000">
                    <a:alpha val="31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029" name="Google Shape;62;p15">
                  <a:extLst>
                    <a:ext uri="{FF2B5EF4-FFF2-40B4-BE49-F238E27FC236}">
                      <a16:creationId xmlns:a16="http://schemas.microsoft.com/office/drawing/2014/main" id="{16130B5F-DC25-C6D5-731D-706C8DCC9053}"/>
                    </a:ext>
                  </a:extLst>
                </p:cNvPr>
                <p:cNvGrpSpPr/>
                <p:nvPr/>
              </p:nvGrpSpPr>
              <p:grpSpPr>
                <a:xfrm>
                  <a:off x="706813" y="2878200"/>
                  <a:ext cx="1040658" cy="1594797"/>
                  <a:chOff x="407125" y="2995200"/>
                  <a:chExt cx="1040658" cy="1594797"/>
                </a:xfrm>
              </p:grpSpPr>
              <p:sp>
                <p:nvSpPr>
                  <p:cNvPr id="1030" name="Google Shape;63;p15">
                    <a:extLst>
                      <a:ext uri="{FF2B5EF4-FFF2-40B4-BE49-F238E27FC236}">
                        <a16:creationId xmlns:a16="http://schemas.microsoft.com/office/drawing/2014/main" id="{4A02BA62-2271-3AB4-ED46-21FB0E67401B}"/>
                      </a:ext>
                    </a:extLst>
                  </p:cNvPr>
                  <p:cNvSpPr/>
                  <p:nvPr/>
                </p:nvSpPr>
                <p:spPr>
                  <a:xfrm>
                    <a:off x="407125" y="3750761"/>
                    <a:ext cx="1040658" cy="6990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056" h="12129" extrusionOk="0">
                        <a:moveTo>
                          <a:pt x="0" y="1"/>
                        </a:moveTo>
                        <a:lnTo>
                          <a:pt x="0" y="12128"/>
                        </a:lnTo>
                        <a:lnTo>
                          <a:pt x="18055" y="12128"/>
                        </a:lnTo>
                        <a:lnTo>
                          <a:pt x="18055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1" name="Google Shape;64;p15">
                    <a:extLst>
                      <a:ext uri="{FF2B5EF4-FFF2-40B4-BE49-F238E27FC236}">
                        <a16:creationId xmlns:a16="http://schemas.microsoft.com/office/drawing/2014/main" id="{C8F1CC82-EA3F-933A-67C0-C8A90FC16B2B}"/>
                      </a:ext>
                    </a:extLst>
                  </p:cNvPr>
                  <p:cNvSpPr/>
                  <p:nvPr/>
                </p:nvSpPr>
                <p:spPr>
                  <a:xfrm>
                    <a:off x="407125" y="3316300"/>
                    <a:ext cx="1040658" cy="4345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056" h="7539" extrusionOk="0">
                        <a:moveTo>
                          <a:pt x="5897" y="1"/>
                        </a:moveTo>
                        <a:cubicBezTo>
                          <a:pt x="5836" y="821"/>
                          <a:pt x="5441" y="1581"/>
                          <a:pt x="4803" y="2128"/>
                        </a:cubicBezTo>
                        <a:lnTo>
                          <a:pt x="790" y="5533"/>
                        </a:lnTo>
                        <a:cubicBezTo>
                          <a:pt x="274" y="5988"/>
                          <a:pt x="0" y="6596"/>
                          <a:pt x="0" y="7265"/>
                        </a:cubicBezTo>
                        <a:lnTo>
                          <a:pt x="0" y="7539"/>
                        </a:lnTo>
                        <a:lnTo>
                          <a:pt x="18055" y="7539"/>
                        </a:lnTo>
                        <a:lnTo>
                          <a:pt x="18055" y="7265"/>
                        </a:lnTo>
                        <a:cubicBezTo>
                          <a:pt x="18055" y="6596"/>
                          <a:pt x="17751" y="5958"/>
                          <a:pt x="17265" y="5533"/>
                        </a:cubicBezTo>
                        <a:lnTo>
                          <a:pt x="13253" y="2128"/>
                        </a:lnTo>
                        <a:cubicBezTo>
                          <a:pt x="12614" y="1581"/>
                          <a:pt x="12219" y="821"/>
                          <a:pt x="12128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2" name="Google Shape;65;p15">
                    <a:extLst>
                      <a:ext uri="{FF2B5EF4-FFF2-40B4-BE49-F238E27FC236}">
                        <a16:creationId xmlns:a16="http://schemas.microsoft.com/office/drawing/2014/main" id="{11EB27A3-7C57-A198-E815-BCE41888805C}"/>
                      </a:ext>
                    </a:extLst>
                  </p:cNvPr>
                  <p:cNvSpPr/>
                  <p:nvPr/>
                </p:nvSpPr>
                <p:spPr>
                  <a:xfrm>
                    <a:off x="407125" y="4449771"/>
                    <a:ext cx="1040658" cy="1402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056" h="2433" extrusionOk="0">
                        <a:moveTo>
                          <a:pt x="0" y="0"/>
                        </a:moveTo>
                        <a:lnTo>
                          <a:pt x="0" y="183"/>
                        </a:lnTo>
                        <a:cubicBezTo>
                          <a:pt x="0" y="1429"/>
                          <a:pt x="1003" y="2432"/>
                          <a:pt x="2249" y="2432"/>
                        </a:cubicBezTo>
                        <a:lnTo>
                          <a:pt x="15776" y="2432"/>
                        </a:lnTo>
                        <a:cubicBezTo>
                          <a:pt x="17022" y="2432"/>
                          <a:pt x="18055" y="1429"/>
                          <a:pt x="18055" y="183"/>
                        </a:cubicBezTo>
                        <a:lnTo>
                          <a:pt x="18055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3" name="Google Shape;66;p15">
                    <a:extLst>
                      <a:ext uri="{FF2B5EF4-FFF2-40B4-BE49-F238E27FC236}">
                        <a16:creationId xmlns:a16="http://schemas.microsoft.com/office/drawing/2014/main" id="{DE8F0C44-4FB5-10C2-13BE-D4C07A197985}"/>
                      </a:ext>
                    </a:extLst>
                  </p:cNvPr>
                  <p:cNvSpPr/>
                  <p:nvPr/>
                </p:nvSpPr>
                <p:spPr>
                  <a:xfrm>
                    <a:off x="566546" y="3961017"/>
                    <a:ext cx="720034" cy="648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493" h="1125" extrusionOk="0">
                        <a:moveTo>
                          <a:pt x="578" y="0"/>
                        </a:moveTo>
                        <a:cubicBezTo>
                          <a:pt x="274" y="0"/>
                          <a:pt x="0" y="243"/>
                          <a:pt x="0" y="547"/>
                        </a:cubicBezTo>
                        <a:cubicBezTo>
                          <a:pt x="0" y="851"/>
                          <a:pt x="274" y="1125"/>
                          <a:pt x="578" y="1125"/>
                        </a:cubicBezTo>
                        <a:lnTo>
                          <a:pt x="11946" y="1125"/>
                        </a:lnTo>
                        <a:cubicBezTo>
                          <a:pt x="12250" y="1125"/>
                          <a:pt x="12493" y="851"/>
                          <a:pt x="12493" y="547"/>
                        </a:cubicBezTo>
                        <a:cubicBezTo>
                          <a:pt x="12493" y="243"/>
                          <a:pt x="12250" y="0"/>
                          <a:pt x="11946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4" name="Google Shape;67;p15">
                    <a:extLst>
                      <a:ext uri="{FF2B5EF4-FFF2-40B4-BE49-F238E27FC236}">
                        <a16:creationId xmlns:a16="http://schemas.microsoft.com/office/drawing/2014/main" id="{D29A3AB3-1D89-32E7-7368-AA1F8FE7D27A}"/>
                      </a:ext>
                    </a:extLst>
                  </p:cNvPr>
                  <p:cNvSpPr/>
                  <p:nvPr/>
                </p:nvSpPr>
                <p:spPr>
                  <a:xfrm>
                    <a:off x="566546" y="4067874"/>
                    <a:ext cx="720034" cy="648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493" h="1125" extrusionOk="0">
                        <a:moveTo>
                          <a:pt x="578" y="0"/>
                        </a:moveTo>
                        <a:cubicBezTo>
                          <a:pt x="274" y="0"/>
                          <a:pt x="0" y="274"/>
                          <a:pt x="0" y="578"/>
                        </a:cubicBezTo>
                        <a:cubicBezTo>
                          <a:pt x="0" y="882"/>
                          <a:pt x="274" y="1125"/>
                          <a:pt x="578" y="1125"/>
                        </a:cubicBezTo>
                        <a:lnTo>
                          <a:pt x="11946" y="1125"/>
                        </a:lnTo>
                        <a:cubicBezTo>
                          <a:pt x="12250" y="1125"/>
                          <a:pt x="12493" y="882"/>
                          <a:pt x="12493" y="578"/>
                        </a:cubicBezTo>
                        <a:cubicBezTo>
                          <a:pt x="12493" y="274"/>
                          <a:pt x="12250" y="0"/>
                          <a:pt x="11946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5" name="Google Shape;68;p15">
                    <a:extLst>
                      <a:ext uri="{FF2B5EF4-FFF2-40B4-BE49-F238E27FC236}">
                        <a16:creationId xmlns:a16="http://schemas.microsoft.com/office/drawing/2014/main" id="{6C685A3F-9C17-69EF-CAFB-3AA09C3C7156}"/>
                      </a:ext>
                    </a:extLst>
                  </p:cNvPr>
                  <p:cNvSpPr/>
                  <p:nvPr/>
                </p:nvSpPr>
                <p:spPr>
                  <a:xfrm>
                    <a:off x="566546" y="4176461"/>
                    <a:ext cx="443271" cy="648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91" h="1126" extrusionOk="0">
                        <a:moveTo>
                          <a:pt x="578" y="1"/>
                        </a:moveTo>
                        <a:cubicBezTo>
                          <a:pt x="274" y="1"/>
                          <a:pt x="0" y="244"/>
                          <a:pt x="0" y="578"/>
                        </a:cubicBezTo>
                        <a:cubicBezTo>
                          <a:pt x="0" y="882"/>
                          <a:pt x="274" y="1125"/>
                          <a:pt x="578" y="1125"/>
                        </a:cubicBezTo>
                        <a:lnTo>
                          <a:pt x="7143" y="1125"/>
                        </a:lnTo>
                        <a:cubicBezTo>
                          <a:pt x="7447" y="1125"/>
                          <a:pt x="7690" y="882"/>
                          <a:pt x="7690" y="578"/>
                        </a:cubicBezTo>
                        <a:cubicBezTo>
                          <a:pt x="7690" y="244"/>
                          <a:pt x="7447" y="1"/>
                          <a:pt x="7143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6" name="Google Shape;69;p15">
                    <a:extLst>
                      <a:ext uri="{FF2B5EF4-FFF2-40B4-BE49-F238E27FC236}">
                        <a16:creationId xmlns:a16="http://schemas.microsoft.com/office/drawing/2014/main" id="{54504BBB-C782-0D11-11A3-3E19CB73DFC1}"/>
                      </a:ext>
                    </a:extLst>
                  </p:cNvPr>
                  <p:cNvSpPr/>
                  <p:nvPr/>
                </p:nvSpPr>
                <p:spPr>
                  <a:xfrm>
                    <a:off x="995761" y="3316300"/>
                    <a:ext cx="401197" cy="12736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61" h="22099" extrusionOk="0">
                        <a:moveTo>
                          <a:pt x="0" y="1"/>
                        </a:moveTo>
                        <a:cubicBezTo>
                          <a:pt x="91" y="821"/>
                          <a:pt x="486" y="1581"/>
                          <a:pt x="1125" y="2128"/>
                        </a:cubicBezTo>
                        <a:lnTo>
                          <a:pt x="5137" y="5533"/>
                        </a:lnTo>
                        <a:cubicBezTo>
                          <a:pt x="5623" y="5988"/>
                          <a:pt x="5927" y="6596"/>
                          <a:pt x="5927" y="7265"/>
                        </a:cubicBezTo>
                        <a:lnTo>
                          <a:pt x="5927" y="7539"/>
                        </a:lnTo>
                        <a:lnTo>
                          <a:pt x="5927" y="19666"/>
                        </a:lnTo>
                        <a:lnTo>
                          <a:pt x="5927" y="19849"/>
                        </a:lnTo>
                        <a:cubicBezTo>
                          <a:pt x="5927" y="21095"/>
                          <a:pt x="4894" y="22098"/>
                          <a:pt x="3648" y="22098"/>
                        </a:cubicBezTo>
                        <a:lnTo>
                          <a:pt x="4681" y="22098"/>
                        </a:lnTo>
                        <a:cubicBezTo>
                          <a:pt x="5927" y="22098"/>
                          <a:pt x="6961" y="21095"/>
                          <a:pt x="6961" y="19849"/>
                        </a:cubicBezTo>
                        <a:lnTo>
                          <a:pt x="6961" y="19666"/>
                        </a:lnTo>
                        <a:lnTo>
                          <a:pt x="6961" y="7539"/>
                        </a:lnTo>
                        <a:lnTo>
                          <a:pt x="6961" y="7265"/>
                        </a:lnTo>
                        <a:cubicBezTo>
                          <a:pt x="6961" y="6596"/>
                          <a:pt x="6657" y="5958"/>
                          <a:pt x="6170" y="5533"/>
                        </a:cubicBezTo>
                        <a:lnTo>
                          <a:pt x="2158" y="2128"/>
                        </a:lnTo>
                        <a:cubicBezTo>
                          <a:pt x="1520" y="1581"/>
                          <a:pt x="1125" y="821"/>
                          <a:pt x="1034" y="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7" name="Google Shape;70;p15">
                    <a:extLst>
                      <a:ext uri="{FF2B5EF4-FFF2-40B4-BE49-F238E27FC236}">
                        <a16:creationId xmlns:a16="http://schemas.microsoft.com/office/drawing/2014/main" id="{6B898D96-0664-1F74-0FC5-A3F5F667F528}"/>
                      </a:ext>
                    </a:extLst>
                  </p:cNvPr>
                  <p:cNvSpPr/>
                  <p:nvPr/>
                </p:nvSpPr>
                <p:spPr>
                  <a:xfrm>
                    <a:off x="407125" y="3316300"/>
                    <a:ext cx="548397" cy="12736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15" h="22099" extrusionOk="0">
                        <a:moveTo>
                          <a:pt x="5897" y="1"/>
                        </a:moveTo>
                        <a:cubicBezTo>
                          <a:pt x="5806" y="821"/>
                          <a:pt x="5411" y="1581"/>
                          <a:pt x="4803" y="2128"/>
                        </a:cubicBezTo>
                        <a:lnTo>
                          <a:pt x="790" y="5533"/>
                        </a:lnTo>
                        <a:cubicBezTo>
                          <a:pt x="274" y="5988"/>
                          <a:pt x="0" y="6596"/>
                          <a:pt x="0" y="7265"/>
                        </a:cubicBezTo>
                        <a:lnTo>
                          <a:pt x="0" y="7539"/>
                        </a:lnTo>
                        <a:lnTo>
                          <a:pt x="0" y="19666"/>
                        </a:lnTo>
                        <a:lnTo>
                          <a:pt x="0" y="19849"/>
                        </a:lnTo>
                        <a:cubicBezTo>
                          <a:pt x="0" y="21095"/>
                          <a:pt x="1003" y="22098"/>
                          <a:pt x="2249" y="22098"/>
                        </a:cubicBezTo>
                        <a:lnTo>
                          <a:pt x="5867" y="22098"/>
                        </a:lnTo>
                        <a:cubicBezTo>
                          <a:pt x="4620" y="22098"/>
                          <a:pt x="3617" y="21095"/>
                          <a:pt x="3617" y="19849"/>
                        </a:cubicBezTo>
                        <a:lnTo>
                          <a:pt x="3617" y="19666"/>
                        </a:lnTo>
                        <a:lnTo>
                          <a:pt x="3617" y="7539"/>
                        </a:lnTo>
                        <a:lnTo>
                          <a:pt x="3617" y="7265"/>
                        </a:lnTo>
                        <a:cubicBezTo>
                          <a:pt x="3617" y="6596"/>
                          <a:pt x="3891" y="5988"/>
                          <a:pt x="4408" y="5533"/>
                        </a:cubicBezTo>
                        <a:lnTo>
                          <a:pt x="8420" y="2128"/>
                        </a:lnTo>
                        <a:cubicBezTo>
                          <a:pt x="9058" y="1581"/>
                          <a:pt x="9453" y="821"/>
                          <a:pt x="9514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8" name="Google Shape;71;p15">
                    <a:extLst>
                      <a:ext uri="{FF2B5EF4-FFF2-40B4-BE49-F238E27FC236}">
                        <a16:creationId xmlns:a16="http://schemas.microsoft.com/office/drawing/2014/main" id="{91B4121E-D0DB-FB8C-04EB-66FC2D139FC1}"/>
                      </a:ext>
                    </a:extLst>
                  </p:cNvPr>
                  <p:cNvSpPr/>
                  <p:nvPr/>
                </p:nvSpPr>
                <p:spPr>
                  <a:xfrm>
                    <a:off x="636625" y="3009475"/>
                    <a:ext cx="581652" cy="3068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92" h="5655" extrusionOk="0">
                        <a:moveTo>
                          <a:pt x="365" y="1"/>
                        </a:moveTo>
                        <a:cubicBezTo>
                          <a:pt x="152" y="1"/>
                          <a:pt x="0" y="214"/>
                          <a:pt x="0" y="426"/>
                        </a:cubicBezTo>
                        <a:lnTo>
                          <a:pt x="0" y="5229"/>
                        </a:lnTo>
                        <a:cubicBezTo>
                          <a:pt x="0" y="5472"/>
                          <a:pt x="152" y="5655"/>
                          <a:pt x="365" y="5655"/>
                        </a:cubicBezTo>
                        <a:lnTo>
                          <a:pt x="9696" y="5655"/>
                        </a:lnTo>
                        <a:cubicBezTo>
                          <a:pt x="9909" y="5655"/>
                          <a:pt x="10091" y="5472"/>
                          <a:pt x="10091" y="5229"/>
                        </a:cubicBezTo>
                        <a:lnTo>
                          <a:pt x="10091" y="426"/>
                        </a:lnTo>
                        <a:cubicBezTo>
                          <a:pt x="10091" y="214"/>
                          <a:pt x="9909" y="1"/>
                          <a:pt x="9696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9" name="Google Shape;72;p15">
                    <a:extLst>
                      <a:ext uri="{FF2B5EF4-FFF2-40B4-BE49-F238E27FC236}">
                        <a16:creationId xmlns:a16="http://schemas.microsoft.com/office/drawing/2014/main" id="{FEEB8139-7670-15AE-A835-9714D95C9C6E}"/>
                      </a:ext>
                    </a:extLst>
                  </p:cNvPr>
                  <p:cNvSpPr/>
                  <p:nvPr/>
                </p:nvSpPr>
                <p:spPr>
                  <a:xfrm>
                    <a:off x="636625" y="3009474"/>
                    <a:ext cx="252279" cy="3068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77" h="5655" extrusionOk="0">
                        <a:moveTo>
                          <a:pt x="365" y="1"/>
                        </a:moveTo>
                        <a:cubicBezTo>
                          <a:pt x="182" y="1"/>
                          <a:pt x="0" y="214"/>
                          <a:pt x="0" y="426"/>
                        </a:cubicBezTo>
                        <a:lnTo>
                          <a:pt x="0" y="5229"/>
                        </a:lnTo>
                        <a:cubicBezTo>
                          <a:pt x="0" y="5472"/>
                          <a:pt x="182" y="5655"/>
                          <a:pt x="365" y="5655"/>
                        </a:cubicBezTo>
                        <a:lnTo>
                          <a:pt x="4377" y="5655"/>
                        </a:lnTo>
                        <a:cubicBezTo>
                          <a:pt x="4164" y="5655"/>
                          <a:pt x="3982" y="5472"/>
                          <a:pt x="3982" y="5229"/>
                        </a:cubicBezTo>
                        <a:lnTo>
                          <a:pt x="3982" y="426"/>
                        </a:lnTo>
                        <a:cubicBezTo>
                          <a:pt x="3982" y="214"/>
                          <a:pt x="4164" y="1"/>
                          <a:pt x="4377" y="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40" name="Google Shape;73;p15">
                    <a:extLst>
                      <a:ext uri="{FF2B5EF4-FFF2-40B4-BE49-F238E27FC236}">
                        <a16:creationId xmlns:a16="http://schemas.microsoft.com/office/drawing/2014/main" id="{8C9B5508-3BD1-62B3-C970-51643196CAEA}"/>
                      </a:ext>
                    </a:extLst>
                  </p:cNvPr>
                  <p:cNvSpPr/>
                  <p:nvPr/>
                </p:nvSpPr>
                <p:spPr>
                  <a:xfrm>
                    <a:off x="995750" y="2995200"/>
                    <a:ext cx="59150" cy="3259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4" h="5655" extrusionOk="0">
                        <a:moveTo>
                          <a:pt x="0" y="1"/>
                        </a:moveTo>
                        <a:lnTo>
                          <a:pt x="0" y="5655"/>
                        </a:lnTo>
                        <a:lnTo>
                          <a:pt x="1064" y="5655"/>
                        </a:lnTo>
                        <a:lnTo>
                          <a:pt x="1064" y="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565" name="Google Shape;74;p15">
                <a:extLst>
                  <a:ext uri="{FF2B5EF4-FFF2-40B4-BE49-F238E27FC236}">
                    <a16:creationId xmlns:a16="http://schemas.microsoft.com/office/drawing/2014/main" id="{77FDF549-0F38-9E75-2011-E876BD487115}"/>
                  </a:ext>
                </a:extLst>
              </p:cNvPr>
              <p:cNvGrpSpPr/>
              <p:nvPr/>
            </p:nvGrpSpPr>
            <p:grpSpPr>
              <a:xfrm>
                <a:off x="961575" y="3045714"/>
                <a:ext cx="1796165" cy="1619385"/>
                <a:chOff x="333385" y="2878200"/>
                <a:chExt cx="1899900" cy="1712909"/>
              </a:xfrm>
            </p:grpSpPr>
            <p:sp>
              <p:nvSpPr>
                <p:cNvPr id="566" name="Google Shape;75;p15">
                  <a:extLst>
                    <a:ext uri="{FF2B5EF4-FFF2-40B4-BE49-F238E27FC236}">
                      <a16:creationId xmlns:a16="http://schemas.microsoft.com/office/drawing/2014/main" id="{4334092F-B170-BB06-E68C-CED873663E23}"/>
                    </a:ext>
                  </a:extLst>
                </p:cNvPr>
                <p:cNvSpPr/>
                <p:nvPr/>
              </p:nvSpPr>
              <p:spPr>
                <a:xfrm>
                  <a:off x="333385" y="4332809"/>
                  <a:ext cx="1899900" cy="258300"/>
                </a:xfrm>
                <a:prstGeom prst="ellipse">
                  <a:avLst/>
                </a:prstGeom>
                <a:solidFill>
                  <a:srgbClr val="000000">
                    <a:alpha val="31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567" name="Google Shape;76;p15">
                  <a:extLst>
                    <a:ext uri="{FF2B5EF4-FFF2-40B4-BE49-F238E27FC236}">
                      <a16:creationId xmlns:a16="http://schemas.microsoft.com/office/drawing/2014/main" id="{FED3E66B-79CD-CAF0-290F-7487EEB6FA5C}"/>
                    </a:ext>
                  </a:extLst>
                </p:cNvPr>
                <p:cNvGrpSpPr/>
                <p:nvPr/>
              </p:nvGrpSpPr>
              <p:grpSpPr>
                <a:xfrm>
                  <a:off x="706813" y="2878200"/>
                  <a:ext cx="1040658" cy="1594797"/>
                  <a:chOff x="407125" y="2995200"/>
                  <a:chExt cx="1040658" cy="1594797"/>
                </a:xfrm>
              </p:grpSpPr>
              <p:sp>
                <p:nvSpPr>
                  <p:cNvPr id="568" name="Google Shape;77;p15">
                    <a:extLst>
                      <a:ext uri="{FF2B5EF4-FFF2-40B4-BE49-F238E27FC236}">
                        <a16:creationId xmlns:a16="http://schemas.microsoft.com/office/drawing/2014/main" id="{E9046B7C-D296-EA1E-B007-8771A0A45121}"/>
                      </a:ext>
                    </a:extLst>
                  </p:cNvPr>
                  <p:cNvSpPr/>
                  <p:nvPr/>
                </p:nvSpPr>
                <p:spPr>
                  <a:xfrm>
                    <a:off x="407125" y="3750761"/>
                    <a:ext cx="1040658" cy="6990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056" h="12129" extrusionOk="0">
                        <a:moveTo>
                          <a:pt x="0" y="1"/>
                        </a:moveTo>
                        <a:lnTo>
                          <a:pt x="0" y="12128"/>
                        </a:lnTo>
                        <a:lnTo>
                          <a:pt x="18055" y="12128"/>
                        </a:lnTo>
                        <a:lnTo>
                          <a:pt x="18055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9" name="Google Shape;78;p15">
                    <a:extLst>
                      <a:ext uri="{FF2B5EF4-FFF2-40B4-BE49-F238E27FC236}">
                        <a16:creationId xmlns:a16="http://schemas.microsoft.com/office/drawing/2014/main" id="{8614BCE7-E3E5-57DD-E31D-DA12690A9C4D}"/>
                      </a:ext>
                    </a:extLst>
                  </p:cNvPr>
                  <p:cNvSpPr/>
                  <p:nvPr/>
                </p:nvSpPr>
                <p:spPr>
                  <a:xfrm>
                    <a:off x="407125" y="3316300"/>
                    <a:ext cx="1040658" cy="4345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056" h="7539" extrusionOk="0">
                        <a:moveTo>
                          <a:pt x="5897" y="1"/>
                        </a:moveTo>
                        <a:cubicBezTo>
                          <a:pt x="5836" y="821"/>
                          <a:pt x="5441" y="1581"/>
                          <a:pt x="4803" y="2128"/>
                        </a:cubicBezTo>
                        <a:lnTo>
                          <a:pt x="790" y="5533"/>
                        </a:lnTo>
                        <a:cubicBezTo>
                          <a:pt x="274" y="5988"/>
                          <a:pt x="0" y="6596"/>
                          <a:pt x="0" y="7265"/>
                        </a:cubicBezTo>
                        <a:lnTo>
                          <a:pt x="0" y="7539"/>
                        </a:lnTo>
                        <a:lnTo>
                          <a:pt x="18055" y="7539"/>
                        </a:lnTo>
                        <a:lnTo>
                          <a:pt x="18055" y="7265"/>
                        </a:lnTo>
                        <a:cubicBezTo>
                          <a:pt x="18055" y="6596"/>
                          <a:pt x="17751" y="5958"/>
                          <a:pt x="17265" y="5533"/>
                        </a:cubicBezTo>
                        <a:lnTo>
                          <a:pt x="13253" y="2128"/>
                        </a:lnTo>
                        <a:cubicBezTo>
                          <a:pt x="12614" y="1581"/>
                          <a:pt x="12219" y="821"/>
                          <a:pt x="12128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0" name="Google Shape;79;p15">
                    <a:extLst>
                      <a:ext uri="{FF2B5EF4-FFF2-40B4-BE49-F238E27FC236}">
                        <a16:creationId xmlns:a16="http://schemas.microsoft.com/office/drawing/2014/main" id="{1B5B8CD6-86E8-C82C-FEFF-57485131BE80}"/>
                      </a:ext>
                    </a:extLst>
                  </p:cNvPr>
                  <p:cNvSpPr/>
                  <p:nvPr/>
                </p:nvSpPr>
                <p:spPr>
                  <a:xfrm>
                    <a:off x="407125" y="4449771"/>
                    <a:ext cx="1040658" cy="1402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056" h="2433" extrusionOk="0">
                        <a:moveTo>
                          <a:pt x="0" y="0"/>
                        </a:moveTo>
                        <a:lnTo>
                          <a:pt x="0" y="183"/>
                        </a:lnTo>
                        <a:cubicBezTo>
                          <a:pt x="0" y="1429"/>
                          <a:pt x="1003" y="2432"/>
                          <a:pt x="2249" y="2432"/>
                        </a:cubicBezTo>
                        <a:lnTo>
                          <a:pt x="15776" y="2432"/>
                        </a:lnTo>
                        <a:cubicBezTo>
                          <a:pt x="17022" y="2432"/>
                          <a:pt x="18055" y="1429"/>
                          <a:pt x="18055" y="183"/>
                        </a:cubicBezTo>
                        <a:lnTo>
                          <a:pt x="18055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1" name="Google Shape;80;p15">
                    <a:extLst>
                      <a:ext uri="{FF2B5EF4-FFF2-40B4-BE49-F238E27FC236}">
                        <a16:creationId xmlns:a16="http://schemas.microsoft.com/office/drawing/2014/main" id="{CA75D4B7-1053-A89A-A342-514C6B3CF98D}"/>
                      </a:ext>
                    </a:extLst>
                  </p:cNvPr>
                  <p:cNvSpPr/>
                  <p:nvPr/>
                </p:nvSpPr>
                <p:spPr>
                  <a:xfrm>
                    <a:off x="566546" y="3961017"/>
                    <a:ext cx="720034" cy="648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493" h="1125" extrusionOk="0">
                        <a:moveTo>
                          <a:pt x="578" y="0"/>
                        </a:moveTo>
                        <a:cubicBezTo>
                          <a:pt x="274" y="0"/>
                          <a:pt x="0" y="243"/>
                          <a:pt x="0" y="547"/>
                        </a:cubicBezTo>
                        <a:cubicBezTo>
                          <a:pt x="0" y="851"/>
                          <a:pt x="274" y="1125"/>
                          <a:pt x="578" y="1125"/>
                        </a:cubicBezTo>
                        <a:lnTo>
                          <a:pt x="11946" y="1125"/>
                        </a:lnTo>
                        <a:cubicBezTo>
                          <a:pt x="12250" y="1125"/>
                          <a:pt x="12493" y="851"/>
                          <a:pt x="12493" y="547"/>
                        </a:cubicBezTo>
                        <a:cubicBezTo>
                          <a:pt x="12493" y="243"/>
                          <a:pt x="12250" y="0"/>
                          <a:pt x="11946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2" name="Google Shape;81;p15">
                    <a:extLst>
                      <a:ext uri="{FF2B5EF4-FFF2-40B4-BE49-F238E27FC236}">
                        <a16:creationId xmlns:a16="http://schemas.microsoft.com/office/drawing/2014/main" id="{90277D34-7F3B-1661-0817-5F54AF7B7979}"/>
                      </a:ext>
                    </a:extLst>
                  </p:cNvPr>
                  <p:cNvSpPr/>
                  <p:nvPr/>
                </p:nvSpPr>
                <p:spPr>
                  <a:xfrm>
                    <a:off x="566546" y="4067874"/>
                    <a:ext cx="720034" cy="648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493" h="1125" extrusionOk="0">
                        <a:moveTo>
                          <a:pt x="578" y="0"/>
                        </a:moveTo>
                        <a:cubicBezTo>
                          <a:pt x="274" y="0"/>
                          <a:pt x="0" y="274"/>
                          <a:pt x="0" y="578"/>
                        </a:cubicBezTo>
                        <a:cubicBezTo>
                          <a:pt x="0" y="882"/>
                          <a:pt x="274" y="1125"/>
                          <a:pt x="578" y="1125"/>
                        </a:cubicBezTo>
                        <a:lnTo>
                          <a:pt x="11946" y="1125"/>
                        </a:lnTo>
                        <a:cubicBezTo>
                          <a:pt x="12250" y="1125"/>
                          <a:pt x="12493" y="882"/>
                          <a:pt x="12493" y="578"/>
                        </a:cubicBezTo>
                        <a:cubicBezTo>
                          <a:pt x="12493" y="274"/>
                          <a:pt x="12250" y="0"/>
                          <a:pt x="11946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3" name="Google Shape;82;p15">
                    <a:extLst>
                      <a:ext uri="{FF2B5EF4-FFF2-40B4-BE49-F238E27FC236}">
                        <a16:creationId xmlns:a16="http://schemas.microsoft.com/office/drawing/2014/main" id="{DC8C2838-0DFA-8505-03A0-6FA81C8C9B61}"/>
                      </a:ext>
                    </a:extLst>
                  </p:cNvPr>
                  <p:cNvSpPr/>
                  <p:nvPr/>
                </p:nvSpPr>
                <p:spPr>
                  <a:xfrm>
                    <a:off x="566546" y="4176461"/>
                    <a:ext cx="443271" cy="648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91" h="1126" extrusionOk="0">
                        <a:moveTo>
                          <a:pt x="578" y="1"/>
                        </a:moveTo>
                        <a:cubicBezTo>
                          <a:pt x="274" y="1"/>
                          <a:pt x="0" y="244"/>
                          <a:pt x="0" y="578"/>
                        </a:cubicBezTo>
                        <a:cubicBezTo>
                          <a:pt x="0" y="882"/>
                          <a:pt x="274" y="1125"/>
                          <a:pt x="578" y="1125"/>
                        </a:cubicBezTo>
                        <a:lnTo>
                          <a:pt x="7143" y="1125"/>
                        </a:lnTo>
                        <a:cubicBezTo>
                          <a:pt x="7447" y="1125"/>
                          <a:pt x="7690" y="882"/>
                          <a:pt x="7690" y="578"/>
                        </a:cubicBezTo>
                        <a:cubicBezTo>
                          <a:pt x="7690" y="244"/>
                          <a:pt x="7447" y="1"/>
                          <a:pt x="7143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4" name="Google Shape;83;p15">
                    <a:extLst>
                      <a:ext uri="{FF2B5EF4-FFF2-40B4-BE49-F238E27FC236}">
                        <a16:creationId xmlns:a16="http://schemas.microsoft.com/office/drawing/2014/main" id="{E3075299-6C12-4834-E87E-1DCF1B542579}"/>
                      </a:ext>
                    </a:extLst>
                  </p:cNvPr>
                  <p:cNvSpPr/>
                  <p:nvPr/>
                </p:nvSpPr>
                <p:spPr>
                  <a:xfrm>
                    <a:off x="995761" y="3316300"/>
                    <a:ext cx="401197" cy="12736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61" h="22099" extrusionOk="0">
                        <a:moveTo>
                          <a:pt x="0" y="1"/>
                        </a:moveTo>
                        <a:cubicBezTo>
                          <a:pt x="91" y="821"/>
                          <a:pt x="486" y="1581"/>
                          <a:pt x="1125" y="2128"/>
                        </a:cubicBezTo>
                        <a:lnTo>
                          <a:pt x="5137" y="5533"/>
                        </a:lnTo>
                        <a:cubicBezTo>
                          <a:pt x="5623" y="5988"/>
                          <a:pt x="5927" y="6596"/>
                          <a:pt x="5927" y="7265"/>
                        </a:cubicBezTo>
                        <a:lnTo>
                          <a:pt x="5927" y="7539"/>
                        </a:lnTo>
                        <a:lnTo>
                          <a:pt x="5927" y="19666"/>
                        </a:lnTo>
                        <a:lnTo>
                          <a:pt x="5927" y="19849"/>
                        </a:lnTo>
                        <a:cubicBezTo>
                          <a:pt x="5927" y="21095"/>
                          <a:pt x="4894" y="22098"/>
                          <a:pt x="3648" y="22098"/>
                        </a:cubicBezTo>
                        <a:lnTo>
                          <a:pt x="4681" y="22098"/>
                        </a:lnTo>
                        <a:cubicBezTo>
                          <a:pt x="5927" y="22098"/>
                          <a:pt x="6961" y="21095"/>
                          <a:pt x="6961" y="19849"/>
                        </a:cubicBezTo>
                        <a:lnTo>
                          <a:pt x="6961" y="19666"/>
                        </a:lnTo>
                        <a:lnTo>
                          <a:pt x="6961" y="7539"/>
                        </a:lnTo>
                        <a:lnTo>
                          <a:pt x="6961" y="7265"/>
                        </a:lnTo>
                        <a:cubicBezTo>
                          <a:pt x="6961" y="6596"/>
                          <a:pt x="6657" y="5958"/>
                          <a:pt x="6170" y="5533"/>
                        </a:cubicBezTo>
                        <a:lnTo>
                          <a:pt x="2158" y="2128"/>
                        </a:lnTo>
                        <a:cubicBezTo>
                          <a:pt x="1520" y="1581"/>
                          <a:pt x="1125" y="821"/>
                          <a:pt x="1034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5" name="Google Shape;84;p15">
                    <a:extLst>
                      <a:ext uri="{FF2B5EF4-FFF2-40B4-BE49-F238E27FC236}">
                        <a16:creationId xmlns:a16="http://schemas.microsoft.com/office/drawing/2014/main" id="{DC8BEE88-3C60-BE63-CB9E-0919EF67AF14}"/>
                      </a:ext>
                    </a:extLst>
                  </p:cNvPr>
                  <p:cNvSpPr/>
                  <p:nvPr/>
                </p:nvSpPr>
                <p:spPr>
                  <a:xfrm>
                    <a:off x="407125" y="3316300"/>
                    <a:ext cx="548397" cy="12736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15" h="22099" extrusionOk="0">
                        <a:moveTo>
                          <a:pt x="5897" y="1"/>
                        </a:moveTo>
                        <a:cubicBezTo>
                          <a:pt x="5806" y="821"/>
                          <a:pt x="5411" y="1581"/>
                          <a:pt x="4803" y="2128"/>
                        </a:cubicBezTo>
                        <a:lnTo>
                          <a:pt x="790" y="5533"/>
                        </a:lnTo>
                        <a:cubicBezTo>
                          <a:pt x="274" y="5988"/>
                          <a:pt x="0" y="6596"/>
                          <a:pt x="0" y="7265"/>
                        </a:cubicBezTo>
                        <a:lnTo>
                          <a:pt x="0" y="7539"/>
                        </a:lnTo>
                        <a:lnTo>
                          <a:pt x="0" y="19666"/>
                        </a:lnTo>
                        <a:lnTo>
                          <a:pt x="0" y="19849"/>
                        </a:lnTo>
                        <a:cubicBezTo>
                          <a:pt x="0" y="21095"/>
                          <a:pt x="1003" y="22098"/>
                          <a:pt x="2249" y="22098"/>
                        </a:cubicBezTo>
                        <a:lnTo>
                          <a:pt x="5867" y="22098"/>
                        </a:lnTo>
                        <a:cubicBezTo>
                          <a:pt x="4620" y="22098"/>
                          <a:pt x="3617" y="21095"/>
                          <a:pt x="3617" y="19849"/>
                        </a:cubicBezTo>
                        <a:lnTo>
                          <a:pt x="3617" y="19666"/>
                        </a:lnTo>
                        <a:lnTo>
                          <a:pt x="3617" y="7539"/>
                        </a:lnTo>
                        <a:lnTo>
                          <a:pt x="3617" y="7265"/>
                        </a:lnTo>
                        <a:cubicBezTo>
                          <a:pt x="3617" y="6596"/>
                          <a:pt x="3891" y="5988"/>
                          <a:pt x="4408" y="5533"/>
                        </a:cubicBezTo>
                        <a:lnTo>
                          <a:pt x="8420" y="2128"/>
                        </a:lnTo>
                        <a:cubicBezTo>
                          <a:pt x="9058" y="1581"/>
                          <a:pt x="9453" y="821"/>
                          <a:pt x="9514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4" name="Google Shape;85;p15">
                    <a:extLst>
                      <a:ext uri="{FF2B5EF4-FFF2-40B4-BE49-F238E27FC236}">
                        <a16:creationId xmlns:a16="http://schemas.microsoft.com/office/drawing/2014/main" id="{397F35CA-0490-E201-8BDC-081BBEF314C0}"/>
                      </a:ext>
                    </a:extLst>
                  </p:cNvPr>
                  <p:cNvSpPr/>
                  <p:nvPr/>
                </p:nvSpPr>
                <p:spPr>
                  <a:xfrm>
                    <a:off x="636625" y="3009475"/>
                    <a:ext cx="581652" cy="3068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92" h="5655" extrusionOk="0">
                        <a:moveTo>
                          <a:pt x="365" y="1"/>
                        </a:moveTo>
                        <a:cubicBezTo>
                          <a:pt x="152" y="1"/>
                          <a:pt x="0" y="214"/>
                          <a:pt x="0" y="426"/>
                        </a:cubicBezTo>
                        <a:lnTo>
                          <a:pt x="0" y="5229"/>
                        </a:lnTo>
                        <a:cubicBezTo>
                          <a:pt x="0" y="5472"/>
                          <a:pt x="152" y="5655"/>
                          <a:pt x="365" y="5655"/>
                        </a:cubicBezTo>
                        <a:lnTo>
                          <a:pt x="9696" y="5655"/>
                        </a:lnTo>
                        <a:cubicBezTo>
                          <a:pt x="9909" y="5655"/>
                          <a:pt x="10091" y="5472"/>
                          <a:pt x="10091" y="5229"/>
                        </a:cubicBezTo>
                        <a:lnTo>
                          <a:pt x="10091" y="426"/>
                        </a:lnTo>
                        <a:cubicBezTo>
                          <a:pt x="10091" y="214"/>
                          <a:pt x="9909" y="1"/>
                          <a:pt x="9696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5" name="Google Shape;86;p15">
                    <a:extLst>
                      <a:ext uri="{FF2B5EF4-FFF2-40B4-BE49-F238E27FC236}">
                        <a16:creationId xmlns:a16="http://schemas.microsoft.com/office/drawing/2014/main" id="{89C8E902-D752-831D-25F0-DA6D36219A11}"/>
                      </a:ext>
                    </a:extLst>
                  </p:cNvPr>
                  <p:cNvSpPr/>
                  <p:nvPr/>
                </p:nvSpPr>
                <p:spPr>
                  <a:xfrm>
                    <a:off x="636625" y="3009474"/>
                    <a:ext cx="252279" cy="3068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77" h="5655" extrusionOk="0">
                        <a:moveTo>
                          <a:pt x="365" y="1"/>
                        </a:moveTo>
                        <a:cubicBezTo>
                          <a:pt x="182" y="1"/>
                          <a:pt x="0" y="214"/>
                          <a:pt x="0" y="426"/>
                        </a:cubicBezTo>
                        <a:lnTo>
                          <a:pt x="0" y="5229"/>
                        </a:lnTo>
                        <a:cubicBezTo>
                          <a:pt x="0" y="5472"/>
                          <a:pt x="182" y="5655"/>
                          <a:pt x="365" y="5655"/>
                        </a:cubicBezTo>
                        <a:lnTo>
                          <a:pt x="4377" y="5655"/>
                        </a:lnTo>
                        <a:cubicBezTo>
                          <a:pt x="4164" y="5655"/>
                          <a:pt x="3982" y="5472"/>
                          <a:pt x="3982" y="5229"/>
                        </a:cubicBezTo>
                        <a:lnTo>
                          <a:pt x="3982" y="426"/>
                        </a:lnTo>
                        <a:cubicBezTo>
                          <a:pt x="3982" y="214"/>
                          <a:pt x="4164" y="1"/>
                          <a:pt x="4377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7" name="Google Shape;87;p15">
                    <a:extLst>
                      <a:ext uri="{FF2B5EF4-FFF2-40B4-BE49-F238E27FC236}">
                        <a16:creationId xmlns:a16="http://schemas.microsoft.com/office/drawing/2014/main" id="{159B06FF-06AE-DF92-9F65-28FD261A4A4A}"/>
                      </a:ext>
                    </a:extLst>
                  </p:cNvPr>
                  <p:cNvSpPr/>
                  <p:nvPr/>
                </p:nvSpPr>
                <p:spPr>
                  <a:xfrm>
                    <a:off x="995750" y="2995200"/>
                    <a:ext cx="59150" cy="3259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4" h="5655" extrusionOk="0">
                        <a:moveTo>
                          <a:pt x="0" y="1"/>
                        </a:moveTo>
                        <a:lnTo>
                          <a:pt x="0" y="5655"/>
                        </a:lnTo>
                        <a:lnTo>
                          <a:pt x="1064" y="5655"/>
                        </a:lnTo>
                        <a:lnTo>
                          <a:pt x="1064" y="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sp>
        <p:nvSpPr>
          <p:cNvPr id="2" name="Google Shape;609;p33">
            <a:extLst>
              <a:ext uri="{FF2B5EF4-FFF2-40B4-BE49-F238E27FC236}">
                <a16:creationId xmlns:a16="http://schemas.microsoft.com/office/drawing/2014/main" id="{8080D32E-0ECA-FCF8-BF11-657EB5919DDB}"/>
              </a:ext>
            </a:extLst>
          </p:cNvPr>
          <p:cNvSpPr/>
          <p:nvPr/>
        </p:nvSpPr>
        <p:spPr>
          <a:xfrm>
            <a:off x="8657589" y="4708603"/>
            <a:ext cx="305172" cy="305156"/>
          </a:xfrm>
          <a:custGeom>
            <a:avLst/>
            <a:gdLst/>
            <a:ahLst/>
            <a:cxnLst/>
            <a:rect l="l" t="t" r="r" b="b"/>
            <a:pathLst>
              <a:path w="297675" h="297675" extrusionOk="0">
                <a:moveTo>
                  <a:pt x="297675" y="148838"/>
                </a:moveTo>
                <a:cubicBezTo>
                  <a:pt x="297675" y="231038"/>
                  <a:pt x="231038" y="297675"/>
                  <a:pt x="148838" y="297675"/>
                </a:cubicBezTo>
                <a:cubicBezTo>
                  <a:pt x="66637" y="297675"/>
                  <a:pt x="0" y="231038"/>
                  <a:pt x="0" y="148838"/>
                </a:cubicBezTo>
                <a:cubicBezTo>
                  <a:pt x="0" y="66637"/>
                  <a:pt x="66637" y="0"/>
                  <a:pt x="148838" y="0"/>
                </a:cubicBezTo>
                <a:cubicBezTo>
                  <a:pt x="231038" y="0"/>
                  <a:pt x="297675" y="66637"/>
                  <a:pt x="297675" y="148838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dirty="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472;p30">
            <a:extLst>
              <a:ext uri="{FF2B5EF4-FFF2-40B4-BE49-F238E27FC236}">
                <a16:creationId xmlns:a16="http://schemas.microsoft.com/office/drawing/2014/main" id="{2261C330-DED8-D8A9-3A1A-A7409DF22514}"/>
              </a:ext>
            </a:extLst>
          </p:cNvPr>
          <p:cNvSpPr txBox="1">
            <a:spLocks/>
          </p:cNvSpPr>
          <p:nvPr/>
        </p:nvSpPr>
        <p:spPr>
          <a:xfrm>
            <a:off x="75840" y="622844"/>
            <a:ext cx="2920312" cy="462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ctr"/>
            <a:r>
              <a:rPr lang="fr-FR" sz="2400" b="1" dirty="0"/>
              <a:t>OBJECTIF</a:t>
            </a:r>
          </a:p>
        </p:txBody>
      </p:sp>
      <p:sp>
        <p:nvSpPr>
          <p:cNvPr id="7" name="Google Shape;472;p30">
            <a:extLst>
              <a:ext uri="{FF2B5EF4-FFF2-40B4-BE49-F238E27FC236}">
                <a16:creationId xmlns:a16="http://schemas.microsoft.com/office/drawing/2014/main" id="{3A390B3C-9148-30E7-0875-24EA0D7C8076}"/>
              </a:ext>
            </a:extLst>
          </p:cNvPr>
          <p:cNvSpPr txBox="1">
            <a:spLocks/>
          </p:cNvSpPr>
          <p:nvPr/>
        </p:nvSpPr>
        <p:spPr>
          <a:xfrm>
            <a:off x="707031" y="2390934"/>
            <a:ext cx="2367906" cy="466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/>
            <a:r>
              <a:rPr lang="en-US" sz="1000" b="1" dirty="0">
                <a:highlight>
                  <a:srgbClr val="FFFF00"/>
                </a:highlight>
              </a:rPr>
              <a:t>DÉMARCHE MÉTHODOLOGIQUE</a:t>
            </a:r>
            <a:endParaRPr lang="fr-FR" sz="1000" b="1" dirty="0">
              <a:highlight>
                <a:srgbClr val="FFFF00"/>
              </a:highlight>
            </a:endParaRPr>
          </a:p>
        </p:txBody>
      </p:sp>
      <p:sp>
        <p:nvSpPr>
          <p:cNvPr id="8" name="Google Shape;472;p30">
            <a:extLst>
              <a:ext uri="{FF2B5EF4-FFF2-40B4-BE49-F238E27FC236}">
                <a16:creationId xmlns:a16="http://schemas.microsoft.com/office/drawing/2014/main" id="{F65FA04B-B956-3D9F-E48D-810F54EB6224}"/>
              </a:ext>
            </a:extLst>
          </p:cNvPr>
          <p:cNvSpPr txBox="1">
            <a:spLocks/>
          </p:cNvSpPr>
          <p:nvPr/>
        </p:nvSpPr>
        <p:spPr>
          <a:xfrm>
            <a:off x="1242420" y="2866255"/>
            <a:ext cx="5967293" cy="811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en-US" sz="1000" dirty="0"/>
              <a:t>SOLUTION GEMINI (API) : Few-shot learning avec prompt engineering</a:t>
            </a:r>
          </a:p>
          <a:p>
            <a:pPr marL="228600" indent="-228600">
              <a:buFont typeface="+mj-lt"/>
              <a:buAutoNum type="arabicPeriod"/>
            </a:pPr>
            <a:endParaRPr lang="en-US" sz="1000" dirty="0"/>
          </a:p>
          <a:p>
            <a:pPr marL="228600" indent="-228600">
              <a:buFont typeface="+mj-lt"/>
              <a:buAutoNum type="arabicPeriod"/>
            </a:pPr>
            <a:r>
              <a:rPr lang="en-US" sz="1000" dirty="0"/>
              <a:t>SOLUTION OLLAMA (LOCAL): </a:t>
            </a:r>
            <a:r>
              <a:rPr lang="en-US" sz="1000" dirty="0" err="1"/>
              <a:t>Modèle</a:t>
            </a:r>
            <a:r>
              <a:rPr lang="en-US" sz="1000" dirty="0"/>
              <a:t> local avec few-shot learning </a:t>
            </a:r>
            <a:r>
              <a:rPr lang="en-US" sz="1000" dirty="0" err="1"/>
              <a:t>Approche</a:t>
            </a:r>
            <a:endParaRPr lang="en-US" sz="1000" dirty="0"/>
          </a:p>
          <a:p>
            <a:pPr marL="228600" indent="-228600">
              <a:buFont typeface="+mj-lt"/>
              <a:buAutoNum type="arabicPeriod"/>
            </a:pPr>
            <a:endParaRPr lang="en-US" sz="1000" dirty="0"/>
          </a:p>
          <a:p>
            <a:pPr marL="228600" indent="-228600">
              <a:buFont typeface="+mj-lt"/>
              <a:buAutoNum type="arabicPeriod"/>
            </a:pPr>
            <a:r>
              <a:rPr lang="en-US" sz="1000" dirty="0"/>
              <a:t>SOLUTION FINE-TUNING: </a:t>
            </a:r>
            <a:r>
              <a:rPr lang="en-US" sz="1000" dirty="0" err="1"/>
              <a:t>LoRA</a:t>
            </a:r>
            <a:r>
              <a:rPr lang="en-US" sz="1000" dirty="0"/>
              <a:t> fine-tuning </a:t>
            </a:r>
            <a:endParaRPr lang="fr-FR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7D3FCC3-077E-B213-FCE2-DAF63F702372}"/>
              </a:ext>
            </a:extLst>
          </p:cNvPr>
          <p:cNvSpPr/>
          <p:nvPr/>
        </p:nvSpPr>
        <p:spPr>
          <a:xfrm>
            <a:off x="820417" y="2023148"/>
            <a:ext cx="3116584" cy="1428840"/>
          </a:xfrm>
          <a:prstGeom prst="roundRect">
            <a:avLst/>
          </a:prstGeom>
          <a:solidFill>
            <a:srgbClr val="D0F5C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F63EC08-1BB3-DE12-FCCD-0CFD14869603}"/>
              </a:ext>
            </a:extLst>
          </p:cNvPr>
          <p:cNvSpPr/>
          <p:nvPr/>
        </p:nvSpPr>
        <p:spPr>
          <a:xfrm>
            <a:off x="4523438" y="2016687"/>
            <a:ext cx="2910295" cy="140871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7" name="Google Shape;527;p31"/>
          <p:cNvSpPr txBox="1">
            <a:spLocks noGrp="1"/>
          </p:cNvSpPr>
          <p:nvPr>
            <p:ph type="title"/>
          </p:nvPr>
        </p:nvSpPr>
        <p:spPr>
          <a:xfrm>
            <a:off x="759515" y="35791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solidFill>
                  <a:schemeClr val="tx1"/>
                </a:solidFill>
              </a:rPr>
              <a:t>1. SOLUTION GEMINI (API)</a:t>
            </a:r>
          </a:p>
        </p:txBody>
      </p:sp>
      <p:sp>
        <p:nvSpPr>
          <p:cNvPr id="531" name="Google Shape;531;p31"/>
          <p:cNvSpPr txBox="1"/>
          <p:nvPr/>
        </p:nvSpPr>
        <p:spPr>
          <a:xfrm>
            <a:off x="759514" y="1299544"/>
            <a:ext cx="7103891" cy="39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lvl="0"/>
            <a:r>
              <a:rPr lang="fr-FR" sz="1200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Utilisation d'un LLM commercial via API Approche : </a:t>
            </a:r>
            <a:r>
              <a:rPr lang="fr-FR" sz="1200" b="1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Few-shot </a:t>
            </a:r>
            <a:r>
              <a:rPr lang="fr-FR" sz="1200" b="1" dirty="0" err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learning</a:t>
            </a:r>
            <a:r>
              <a:rPr lang="fr-FR" sz="1200" b="1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fr-FR" sz="1200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avec </a:t>
            </a:r>
            <a:r>
              <a:rPr lang="fr-FR" sz="1200" b="1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prompt engineering</a:t>
            </a:r>
            <a:r>
              <a:rPr lang="fr-FR" sz="1200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endParaRPr sz="1200" b="1"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31B3C9-9BF1-AA46-CEA3-BCDA68AA06F9}"/>
              </a:ext>
            </a:extLst>
          </p:cNvPr>
          <p:cNvSpPr txBox="1"/>
          <p:nvPr/>
        </p:nvSpPr>
        <p:spPr>
          <a:xfrm>
            <a:off x="822350" y="2023148"/>
            <a:ext cx="324455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  Avantages :</a:t>
            </a:r>
          </a:p>
          <a:p>
            <a:endParaRPr lang="fr-FR" dirty="0"/>
          </a:p>
          <a:p>
            <a:r>
              <a:rPr lang="fr-FR" dirty="0"/>
              <a:t>+ Implémentation rapide</a:t>
            </a:r>
          </a:p>
          <a:p>
            <a:r>
              <a:rPr lang="fr-FR" dirty="0"/>
              <a:t>+ Performances immédiates</a:t>
            </a:r>
          </a:p>
          <a:p>
            <a:r>
              <a:rPr lang="fr-FR" dirty="0"/>
              <a:t>+ Pas de ressources locales requises</a:t>
            </a:r>
          </a:p>
        </p:txBody>
      </p:sp>
      <p:sp>
        <p:nvSpPr>
          <p:cNvPr id="55" name="Google Shape;519;p30">
            <a:extLst>
              <a:ext uri="{FF2B5EF4-FFF2-40B4-BE49-F238E27FC236}">
                <a16:creationId xmlns:a16="http://schemas.microsoft.com/office/drawing/2014/main" id="{C8FEB840-0B71-9CE3-7E98-5E9B93C0FF5D}"/>
              </a:ext>
            </a:extLst>
          </p:cNvPr>
          <p:cNvSpPr/>
          <p:nvPr/>
        </p:nvSpPr>
        <p:spPr>
          <a:xfrm rot="18900000">
            <a:off x="7599679" y="4408917"/>
            <a:ext cx="1595054" cy="1595055"/>
          </a:xfrm>
          <a:custGeom>
            <a:avLst/>
            <a:gdLst/>
            <a:ahLst/>
            <a:cxnLst/>
            <a:rect l="l" t="t" r="r" b="b"/>
            <a:pathLst>
              <a:path w="459500" h="459500" extrusionOk="0">
                <a:moveTo>
                  <a:pt x="459501" y="229750"/>
                </a:moveTo>
                <a:cubicBezTo>
                  <a:pt x="459501" y="356638"/>
                  <a:pt x="356638" y="459501"/>
                  <a:pt x="229750" y="459501"/>
                </a:cubicBezTo>
                <a:cubicBezTo>
                  <a:pt x="102863" y="459501"/>
                  <a:pt x="0" y="356638"/>
                  <a:pt x="0" y="229750"/>
                </a:cubicBezTo>
                <a:cubicBezTo>
                  <a:pt x="0" y="102863"/>
                  <a:pt x="102863" y="0"/>
                  <a:pt x="229750" y="0"/>
                </a:cubicBezTo>
                <a:cubicBezTo>
                  <a:pt x="356638" y="0"/>
                  <a:pt x="459501" y="102863"/>
                  <a:pt x="459501" y="2297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" name="Google Shape;520;p30">
            <a:extLst>
              <a:ext uri="{FF2B5EF4-FFF2-40B4-BE49-F238E27FC236}">
                <a16:creationId xmlns:a16="http://schemas.microsoft.com/office/drawing/2014/main" id="{D532D831-689B-4B3E-C6AF-C7B5CBAD0738}"/>
              </a:ext>
            </a:extLst>
          </p:cNvPr>
          <p:cNvGrpSpPr/>
          <p:nvPr/>
        </p:nvGrpSpPr>
        <p:grpSpPr>
          <a:xfrm>
            <a:off x="7853246" y="4149004"/>
            <a:ext cx="384931" cy="372021"/>
            <a:chOff x="276538" y="4265936"/>
            <a:chExt cx="537900" cy="519860"/>
          </a:xfrm>
        </p:grpSpPr>
        <p:sp>
          <p:nvSpPr>
            <p:cNvPr id="539" name="Google Shape;521;p30">
              <a:extLst>
                <a:ext uri="{FF2B5EF4-FFF2-40B4-BE49-F238E27FC236}">
                  <a16:creationId xmlns:a16="http://schemas.microsoft.com/office/drawing/2014/main" id="{D6AEE385-18AE-B448-721C-610BF3F78A8F}"/>
                </a:ext>
              </a:extLst>
            </p:cNvPr>
            <p:cNvSpPr/>
            <p:nvPr/>
          </p:nvSpPr>
          <p:spPr>
            <a:xfrm rot="10800000">
              <a:off x="620490" y="4591849"/>
              <a:ext cx="193947" cy="193947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22;p30">
              <a:extLst>
                <a:ext uri="{FF2B5EF4-FFF2-40B4-BE49-F238E27FC236}">
                  <a16:creationId xmlns:a16="http://schemas.microsoft.com/office/drawing/2014/main" id="{4396AEEE-206F-A637-B253-5B4F463CC821}"/>
                </a:ext>
              </a:extLst>
            </p:cNvPr>
            <p:cNvSpPr/>
            <p:nvPr/>
          </p:nvSpPr>
          <p:spPr>
            <a:xfrm rot="10800000">
              <a:off x="276538" y="4265936"/>
              <a:ext cx="267245" cy="267245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1" name="Google Shape;572;p33">
            <a:extLst>
              <a:ext uri="{FF2B5EF4-FFF2-40B4-BE49-F238E27FC236}">
                <a16:creationId xmlns:a16="http://schemas.microsoft.com/office/drawing/2014/main" id="{033ED53A-20E3-7A5A-FE7C-38BD08971C38}"/>
              </a:ext>
            </a:extLst>
          </p:cNvPr>
          <p:cNvGrpSpPr/>
          <p:nvPr/>
        </p:nvGrpSpPr>
        <p:grpSpPr>
          <a:xfrm>
            <a:off x="7691305" y="4283564"/>
            <a:ext cx="1488670" cy="925250"/>
            <a:chOff x="2881566" y="539500"/>
            <a:chExt cx="2661277" cy="1654059"/>
          </a:xfrm>
        </p:grpSpPr>
        <p:sp>
          <p:nvSpPr>
            <p:cNvPr id="572" name="Google Shape;573;p33">
              <a:extLst>
                <a:ext uri="{FF2B5EF4-FFF2-40B4-BE49-F238E27FC236}">
                  <a16:creationId xmlns:a16="http://schemas.microsoft.com/office/drawing/2014/main" id="{A21EA648-4AE5-0A5B-FFFF-F438C2AD20D3}"/>
                </a:ext>
              </a:extLst>
            </p:cNvPr>
            <p:cNvSpPr/>
            <p:nvPr/>
          </p:nvSpPr>
          <p:spPr>
            <a:xfrm>
              <a:off x="3863788" y="1263251"/>
              <a:ext cx="1271685" cy="844323"/>
            </a:xfrm>
            <a:custGeom>
              <a:avLst/>
              <a:gdLst/>
              <a:ahLst/>
              <a:cxnLst/>
              <a:rect l="l" t="t" r="r" b="b"/>
              <a:pathLst>
                <a:path w="757811" h="503169" extrusionOk="0">
                  <a:moveTo>
                    <a:pt x="685387" y="264296"/>
                  </a:moveTo>
                  <a:lnTo>
                    <a:pt x="188248" y="491886"/>
                  </a:lnTo>
                  <a:cubicBezTo>
                    <a:pt x="125974" y="520395"/>
                    <a:pt x="52374" y="493020"/>
                    <a:pt x="23866" y="430745"/>
                  </a:cubicBezTo>
                  <a:lnTo>
                    <a:pt x="11283" y="403256"/>
                  </a:lnTo>
                  <a:cubicBezTo>
                    <a:pt x="-17225" y="340982"/>
                    <a:pt x="10150" y="267382"/>
                    <a:pt x="72424" y="238874"/>
                  </a:cubicBezTo>
                  <a:lnTo>
                    <a:pt x="569563" y="11283"/>
                  </a:lnTo>
                  <a:cubicBezTo>
                    <a:pt x="631837" y="-17225"/>
                    <a:pt x="705437" y="10150"/>
                    <a:pt x="733945" y="72424"/>
                  </a:cubicBezTo>
                  <a:lnTo>
                    <a:pt x="746528" y="99914"/>
                  </a:lnTo>
                  <a:cubicBezTo>
                    <a:pt x="775036" y="162188"/>
                    <a:pt x="747661" y="235788"/>
                    <a:pt x="685387" y="26429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73" name="Google Shape;574;p33">
              <a:extLst>
                <a:ext uri="{FF2B5EF4-FFF2-40B4-BE49-F238E27FC236}">
                  <a16:creationId xmlns:a16="http://schemas.microsoft.com/office/drawing/2014/main" id="{FD8CB176-90B9-E21B-4D06-3CBB13D2ED28}"/>
                </a:ext>
              </a:extLst>
            </p:cNvPr>
            <p:cNvGrpSpPr/>
            <p:nvPr/>
          </p:nvGrpSpPr>
          <p:grpSpPr>
            <a:xfrm>
              <a:off x="3935997" y="1767989"/>
              <a:ext cx="149162" cy="282612"/>
              <a:chOff x="3613289" y="5525404"/>
              <a:chExt cx="88887" cy="168421"/>
            </a:xfrm>
          </p:grpSpPr>
          <p:sp>
            <p:nvSpPr>
              <p:cNvPr id="620" name="Google Shape;575;p33">
                <a:extLst>
                  <a:ext uri="{FF2B5EF4-FFF2-40B4-BE49-F238E27FC236}">
                    <a16:creationId xmlns:a16="http://schemas.microsoft.com/office/drawing/2014/main" id="{D3A932F1-F264-B02B-9038-B3307CB526EC}"/>
                  </a:ext>
                </a:extLst>
              </p:cNvPr>
              <p:cNvSpPr/>
              <p:nvPr/>
            </p:nvSpPr>
            <p:spPr>
              <a:xfrm>
                <a:off x="3613289" y="5525404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" name="Google Shape;576;p33">
                <a:extLst>
                  <a:ext uri="{FF2B5EF4-FFF2-40B4-BE49-F238E27FC236}">
                    <a16:creationId xmlns:a16="http://schemas.microsoft.com/office/drawing/2014/main" id="{C5DE5AAC-B669-C7F7-2BD7-1D13AE4F78CF}"/>
                  </a:ext>
                </a:extLst>
              </p:cNvPr>
              <p:cNvSpPr/>
              <p:nvPr/>
            </p:nvSpPr>
            <p:spPr>
              <a:xfrm>
                <a:off x="3646865" y="5598747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" name="Google Shape;577;p33">
                <a:extLst>
                  <a:ext uri="{FF2B5EF4-FFF2-40B4-BE49-F238E27FC236}">
                    <a16:creationId xmlns:a16="http://schemas.microsoft.com/office/drawing/2014/main" id="{5EDDFF51-86E7-841F-CF84-3FBC706DF120}"/>
                  </a:ext>
                </a:extLst>
              </p:cNvPr>
              <p:cNvSpPr/>
              <p:nvPr/>
            </p:nvSpPr>
            <p:spPr>
              <a:xfrm>
                <a:off x="3680440" y="5672089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4" name="Google Shape;578;p33">
              <a:extLst>
                <a:ext uri="{FF2B5EF4-FFF2-40B4-BE49-F238E27FC236}">
                  <a16:creationId xmlns:a16="http://schemas.microsoft.com/office/drawing/2014/main" id="{1F610A12-0195-91CF-1B01-C5FFE218FB0B}"/>
                </a:ext>
              </a:extLst>
            </p:cNvPr>
            <p:cNvGrpSpPr/>
            <p:nvPr/>
          </p:nvGrpSpPr>
          <p:grpSpPr>
            <a:xfrm>
              <a:off x="4262037" y="1618740"/>
              <a:ext cx="149162" cy="282612"/>
              <a:chOff x="3807580" y="5436460"/>
              <a:chExt cx="88887" cy="168421"/>
            </a:xfrm>
          </p:grpSpPr>
          <p:sp>
            <p:nvSpPr>
              <p:cNvPr id="617" name="Google Shape;579;p33">
                <a:extLst>
                  <a:ext uri="{FF2B5EF4-FFF2-40B4-BE49-F238E27FC236}">
                    <a16:creationId xmlns:a16="http://schemas.microsoft.com/office/drawing/2014/main" id="{687A7E3B-9DB3-ACBA-444C-1F08139133CF}"/>
                  </a:ext>
                </a:extLst>
              </p:cNvPr>
              <p:cNvSpPr/>
              <p:nvPr/>
            </p:nvSpPr>
            <p:spPr>
              <a:xfrm>
                <a:off x="3807580" y="5436460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8" name="Google Shape;580;p33">
                <a:extLst>
                  <a:ext uri="{FF2B5EF4-FFF2-40B4-BE49-F238E27FC236}">
                    <a16:creationId xmlns:a16="http://schemas.microsoft.com/office/drawing/2014/main" id="{EA01C59D-C4C2-5171-A199-C58F841229B5}"/>
                  </a:ext>
                </a:extLst>
              </p:cNvPr>
              <p:cNvSpPr/>
              <p:nvPr/>
            </p:nvSpPr>
            <p:spPr>
              <a:xfrm>
                <a:off x="3841156" y="5509802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9" name="Google Shape;581;p33">
                <a:extLst>
                  <a:ext uri="{FF2B5EF4-FFF2-40B4-BE49-F238E27FC236}">
                    <a16:creationId xmlns:a16="http://schemas.microsoft.com/office/drawing/2014/main" id="{740EEC2C-CDC2-63F3-6EF8-46828ABE331C}"/>
                  </a:ext>
                </a:extLst>
              </p:cNvPr>
              <p:cNvSpPr/>
              <p:nvPr/>
            </p:nvSpPr>
            <p:spPr>
              <a:xfrm>
                <a:off x="3874731" y="5583145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5" name="Google Shape;582;p33">
              <a:extLst>
                <a:ext uri="{FF2B5EF4-FFF2-40B4-BE49-F238E27FC236}">
                  <a16:creationId xmlns:a16="http://schemas.microsoft.com/office/drawing/2014/main" id="{AA1E86D4-3620-4388-5954-A79EC1708DCB}"/>
                </a:ext>
              </a:extLst>
            </p:cNvPr>
            <p:cNvGrpSpPr/>
            <p:nvPr/>
          </p:nvGrpSpPr>
          <p:grpSpPr>
            <a:xfrm>
              <a:off x="4425041" y="1544115"/>
              <a:ext cx="149162" cy="282612"/>
              <a:chOff x="3904716" y="5391988"/>
              <a:chExt cx="88887" cy="168421"/>
            </a:xfrm>
          </p:grpSpPr>
          <p:sp>
            <p:nvSpPr>
              <p:cNvPr id="614" name="Google Shape;583;p33">
                <a:extLst>
                  <a:ext uri="{FF2B5EF4-FFF2-40B4-BE49-F238E27FC236}">
                    <a16:creationId xmlns:a16="http://schemas.microsoft.com/office/drawing/2014/main" id="{3EDE3AB2-37D9-77AD-9A28-4BB1D8018E1D}"/>
                  </a:ext>
                </a:extLst>
              </p:cNvPr>
              <p:cNvSpPr/>
              <p:nvPr/>
            </p:nvSpPr>
            <p:spPr>
              <a:xfrm>
                <a:off x="3904716" y="5391988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584;p33">
                <a:extLst>
                  <a:ext uri="{FF2B5EF4-FFF2-40B4-BE49-F238E27FC236}">
                    <a16:creationId xmlns:a16="http://schemas.microsoft.com/office/drawing/2014/main" id="{15C71A53-2CEA-00DD-80E6-38449049FF41}"/>
                  </a:ext>
                </a:extLst>
              </p:cNvPr>
              <p:cNvSpPr/>
              <p:nvPr/>
            </p:nvSpPr>
            <p:spPr>
              <a:xfrm>
                <a:off x="3938292" y="5465330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585;p33">
                <a:extLst>
                  <a:ext uri="{FF2B5EF4-FFF2-40B4-BE49-F238E27FC236}">
                    <a16:creationId xmlns:a16="http://schemas.microsoft.com/office/drawing/2014/main" id="{9A741C8A-D272-2D80-3B8D-81A2ECB8E237}"/>
                  </a:ext>
                </a:extLst>
              </p:cNvPr>
              <p:cNvSpPr/>
              <p:nvPr/>
            </p:nvSpPr>
            <p:spPr>
              <a:xfrm>
                <a:off x="3971867" y="5538673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6" name="Google Shape;586;p33">
              <a:extLst>
                <a:ext uri="{FF2B5EF4-FFF2-40B4-BE49-F238E27FC236}">
                  <a16:creationId xmlns:a16="http://schemas.microsoft.com/office/drawing/2014/main" id="{A8A55495-B073-B1B7-C3C2-10F85CFF1B47}"/>
                </a:ext>
              </a:extLst>
            </p:cNvPr>
            <p:cNvGrpSpPr/>
            <p:nvPr/>
          </p:nvGrpSpPr>
          <p:grpSpPr>
            <a:xfrm>
              <a:off x="4588062" y="1469489"/>
              <a:ext cx="149162" cy="282612"/>
              <a:chOff x="4001862" y="5347515"/>
              <a:chExt cx="88887" cy="168421"/>
            </a:xfrm>
          </p:grpSpPr>
          <p:sp>
            <p:nvSpPr>
              <p:cNvPr id="611" name="Google Shape;587;p33">
                <a:extLst>
                  <a:ext uri="{FF2B5EF4-FFF2-40B4-BE49-F238E27FC236}">
                    <a16:creationId xmlns:a16="http://schemas.microsoft.com/office/drawing/2014/main" id="{A8488B8E-2399-33E4-0A72-931DF44B63C1}"/>
                  </a:ext>
                </a:extLst>
              </p:cNvPr>
              <p:cNvSpPr/>
              <p:nvPr/>
            </p:nvSpPr>
            <p:spPr>
              <a:xfrm>
                <a:off x="4001862" y="5347515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" name="Google Shape;588;p33">
                <a:extLst>
                  <a:ext uri="{FF2B5EF4-FFF2-40B4-BE49-F238E27FC236}">
                    <a16:creationId xmlns:a16="http://schemas.microsoft.com/office/drawing/2014/main" id="{8136D8AD-1398-A871-A3A9-7FC546890942}"/>
                  </a:ext>
                </a:extLst>
              </p:cNvPr>
              <p:cNvSpPr/>
              <p:nvPr/>
            </p:nvSpPr>
            <p:spPr>
              <a:xfrm>
                <a:off x="4035437" y="5420858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" name="Google Shape;589;p33">
                <a:extLst>
                  <a:ext uri="{FF2B5EF4-FFF2-40B4-BE49-F238E27FC236}">
                    <a16:creationId xmlns:a16="http://schemas.microsoft.com/office/drawing/2014/main" id="{414B688B-B13A-522A-A845-E9E38FF47D31}"/>
                  </a:ext>
                </a:extLst>
              </p:cNvPr>
              <p:cNvSpPr/>
              <p:nvPr/>
            </p:nvSpPr>
            <p:spPr>
              <a:xfrm>
                <a:off x="4069013" y="5494200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7" name="Google Shape;590;p33">
              <a:extLst>
                <a:ext uri="{FF2B5EF4-FFF2-40B4-BE49-F238E27FC236}">
                  <a16:creationId xmlns:a16="http://schemas.microsoft.com/office/drawing/2014/main" id="{2E085E15-7705-47D8-0B50-528EF9C36CC8}"/>
                </a:ext>
              </a:extLst>
            </p:cNvPr>
            <p:cNvGrpSpPr/>
            <p:nvPr/>
          </p:nvGrpSpPr>
          <p:grpSpPr>
            <a:xfrm>
              <a:off x="4751066" y="1394864"/>
              <a:ext cx="149162" cy="282612"/>
              <a:chOff x="4098998" y="5303043"/>
              <a:chExt cx="88887" cy="168421"/>
            </a:xfrm>
          </p:grpSpPr>
          <p:sp>
            <p:nvSpPr>
              <p:cNvPr id="608" name="Google Shape;591;p33">
                <a:extLst>
                  <a:ext uri="{FF2B5EF4-FFF2-40B4-BE49-F238E27FC236}">
                    <a16:creationId xmlns:a16="http://schemas.microsoft.com/office/drawing/2014/main" id="{69489384-0FB9-1805-C6CF-B4CE1A3192CF}"/>
                  </a:ext>
                </a:extLst>
              </p:cNvPr>
              <p:cNvSpPr/>
              <p:nvPr/>
            </p:nvSpPr>
            <p:spPr>
              <a:xfrm>
                <a:off x="4098998" y="5303043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592;p33">
                <a:extLst>
                  <a:ext uri="{FF2B5EF4-FFF2-40B4-BE49-F238E27FC236}">
                    <a16:creationId xmlns:a16="http://schemas.microsoft.com/office/drawing/2014/main" id="{E0AF8F7B-B762-145E-2FD5-47526929780B}"/>
                  </a:ext>
                </a:extLst>
              </p:cNvPr>
              <p:cNvSpPr/>
              <p:nvPr/>
            </p:nvSpPr>
            <p:spPr>
              <a:xfrm>
                <a:off x="4132573" y="5376386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" name="Google Shape;593;p33">
                <a:extLst>
                  <a:ext uri="{FF2B5EF4-FFF2-40B4-BE49-F238E27FC236}">
                    <a16:creationId xmlns:a16="http://schemas.microsoft.com/office/drawing/2014/main" id="{2F3CB7E0-C8B4-40B9-2884-DCD9159AE725}"/>
                  </a:ext>
                </a:extLst>
              </p:cNvPr>
              <p:cNvSpPr/>
              <p:nvPr/>
            </p:nvSpPr>
            <p:spPr>
              <a:xfrm>
                <a:off x="4166149" y="5449728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8" name="Google Shape;594;p33">
              <a:extLst>
                <a:ext uri="{FF2B5EF4-FFF2-40B4-BE49-F238E27FC236}">
                  <a16:creationId xmlns:a16="http://schemas.microsoft.com/office/drawing/2014/main" id="{E13F4D84-9A08-157B-089E-2BC94CBFF88F}"/>
                </a:ext>
              </a:extLst>
            </p:cNvPr>
            <p:cNvGrpSpPr/>
            <p:nvPr/>
          </p:nvGrpSpPr>
          <p:grpSpPr>
            <a:xfrm>
              <a:off x="4914086" y="1320240"/>
              <a:ext cx="149162" cy="282612"/>
              <a:chOff x="4196143" y="5258571"/>
              <a:chExt cx="88887" cy="168421"/>
            </a:xfrm>
          </p:grpSpPr>
          <p:sp>
            <p:nvSpPr>
              <p:cNvPr id="605" name="Google Shape;595;p33">
                <a:extLst>
                  <a:ext uri="{FF2B5EF4-FFF2-40B4-BE49-F238E27FC236}">
                    <a16:creationId xmlns:a16="http://schemas.microsoft.com/office/drawing/2014/main" id="{AF8255E1-AE66-6503-4BBB-0540832F2203}"/>
                  </a:ext>
                </a:extLst>
              </p:cNvPr>
              <p:cNvSpPr/>
              <p:nvPr/>
            </p:nvSpPr>
            <p:spPr>
              <a:xfrm>
                <a:off x="4196143" y="5258571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596;p33">
                <a:extLst>
                  <a:ext uri="{FF2B5EF4-FFF2-40B4-BE49-F238E27FC236}">
                    <a16:creationId xmlns:a16="http://schemas.microsoft.com/office/drawing/2014/main" id="{22A7CBB2-90D6-5620-9A38-CA04D1914448}"/>
                  </a:ext>
                </a:extLst>
              </p:cNvPr>
              <p:cNvSpPr/>
              <p:nvPr/>
            </p:nvSpPr>
            <p:spPr>
              <a:xfrm>
                <a:off x="4229719" y="5331914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597;p33">
                <a:extLst>
                  <a:ext uri="{FF2B5EF4-FFF2-40B4-BE49-F238E27FC236}">
                    <a16:creationId xmlns:a16="http://schemas.microsoft.com/office/drawing/2014/main" id="{52191FA2-79F0-A984-ED1C-65D7C4FE6F79}"/>
                  </a:ext>
                </a:extLst>
              </p:cNvPr>
              <p:cNvSpPr/>
              <p:nvPr/>
            </p:nvSpPr>
            <p:spPr>
              <a:xfrm>
                <a:off x="4263294" y="5405256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79" name="Google Shape;598;p33">
              <a:extLst>
                <a:ext uri="{FF2B5EF4-FFF2-40B4-BE49-F238E27FC236}">
                  <a16:creationId xmlns:a16="http://schemas.microsoft.com/office/drawing/2014/main" id="{D838D734-2AD0-CE60-B489-AAAD977644CC}"/>
                </a:ext>
              </a:extLst>
            </p:cNvPr>
            <p:cNvSpPr/>
            <p:nvPr/>
          </p:nvSpPr>
          <p:spPr>
            <a:xfrm>
              <a:off x="3572298" y="786705"/>
              <a:ext cx="985597" cy="1191077"/>
            </a:xfrm>
            <a:custGeom>
              <a:avLst/>
              <a:gdLst/>
              <a:ahLst/>
              <a:cxnLst/>
              <a:rect l="l" t="t" r="r" b="b"/>
              <a:pathLst>
                <a:path w="587328" h="709815" extrusionOk="0">
                  <a:moveTo>
                    <a:pt x="526952" y="87576"/>
                  </a:moveTo>
                  <a:lnTo>
                    <a:pt x="298771" y="5423"/>
                  </a:lnTo>
                  <a:cubicBezTo>
                    <a:pt x="251346" y="-11655"/>
                    <a:pt x="199053" y="12947"/>
                    <a:pt x="181985" y="60372"/>
                  </a:cubicBezTo>
                  <a:lnTo>
                    <a:pt x="118339" y="237147"/>
                  </a:lnTo>
                  <a:lnTo>
                    <a:pt x="0" y="565826"/>
                  </a:lnTo>
                  <a:lnTo>
                    <a:pt x="399926" y="709816"/>
                  </a:lnTo>
                  <a:lnTo>
                    <a:pt x="518265" y="381136"/>
                  </a:lnTo>
                  <a:lnTo>
                    <a:pt x="581911" y="204362"/>
                  </a:lnTo>
                  <a:cubicBezTo>
                    <a:pt x="598980" y="156937"/>
                    <a:pt x="574377" y="104654"/>
                    <a:pt x="526952" y="8757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99;p33">
              <a:extLst>
                <a:ext uri="{FF2B5EF4-FFF2-40B4-BE49-F238E27FC236}">
                  <a16:creationId xmlns:a16="http://schemas.microsoft.com/office/drawing/2014/main" id="{D5F6848F-8B6E-83C2-0F44-15D55CF10C40}"/>
                </a:ext>
              </a:extLst>
            </p:cNvPr>
            <p:cNvSpPr/>
            <p:nvPr/>
          </p:nvSpPr>
          <p:spPr>
            <a:xfrm>
              <a:off x="4006870" y="539500"/>
              <a:ext cx="589247" cy="408238"/>
            </a:xfrm>
            <a:custGeom>
              <a:avLst/>
              <a:gdLst/>
              <a:ahLst/>
              <a:cxnLst/>
              <a:rect l="l" t="t" r="r" b="b"/>
              <a:pathLst>
                <a:path w="351139" h="243287" extrusionOk="0">
                  <a:moveTo>
                    <a:pt x="351139" y="109023"/>
                  </a:moveTo>
                  <a:lnTo>
                    <a:pt x="302800" y="243287"/>
                  </a:lnTo>
                  <a:lnTo>
                    <a:pt x="0" y="134264"/>
                  </a:lnTo>
                  <a:lnTo>
                    <a:pt x="48339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81" name="Google Shape;600;p33">
              <a:extLst>
                <a:ext uri="{FF2B5EF4-FFF2-40B4-BE49-F238E27FC236}">
                  <a16:creationId xmlns:a16="http://schemas.microsoft.com/office/drawing/2014/main" id="{A44C66FD-73D4-B8E0-DBEE-B353BAB1E28C}"/>
                </a:ext>
              </a:extLst>
            </p:cNvPr>
            <p:cNvGrpSpPr/>
            <p:nvPr/>
          </p:nvGrpSpPr>
          <p:grpSpPr>
            <a:xfrm>
              <a:off x="4088196" y="597343"/>
              <a:ext cx="426594" cy="292553"/>
              <a:chOff x="3703986" y="4827765"/>
              <a:chExt cx="254212" cy="174345"/>
            </a:xfrm>
          </p:grpSpPr>
          <p:sp>
            <p:nvSpPr>
              <p:cNvPr id="597" name="Google Shape;601;p33">
                <a:extLst>
                  <a:ext uri="{FF2B5EF4-FFF2-40B4-BE49-F238E27FC236}">
                    <a16:creationId xmlns:a16="http://schemas.microsoft.com/office/drawing/2014/main" id="{B20C9557-C91E-FC48-5D90-6CE2170005C8}"/>
                  </a:ext>
                </a:extLst>
              </p:cNvPr>
              <p:cNvSpPr/>
              <p:nvPr/>
            </p:nvSpPr>
            <p:spPr>
              <a:xfrm>
                <a:off x="3703986" y="4827765"/>
                <a:ext cx="34251" cy="95154"/>
              </a:xfrm>
              <a:custGeom>
                <a:avLst/>
                <a:gdLst/>
                <a:ahLst/>
                <a:cxnLst/>
                <a:rect l="l" t="t" r="r" b="b"/>
                <a:pathLst>
                  <a:path w="34251" h="95154" extrusionOk="0">
                    <a:moveTo>
                      <a:pt x="34252" y="0"/>
                    </a:moveTo>
                    <a:lnTo>
                      <a:pt x="0" y="95155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" name="Google Shape;602;p33">
                <a:extLst>
                  <a:ext uri="{FF2B5EF4-FFF2-40B4-BE49-F238E27FC236}">
                    <a16:creationId xmlns:a16="http://schemas.microsoft.com/office/drawing/2014/main" id="{4C40B33A-E0E6-DE3C-7F33-FF2A392721D3}"/>
                  </a:ext>
                </a:extLst>
              </p:cNvPr>
              <p:cNvSpPr/>
              <p:nvPr/>
            </p:nvSpPr>
            <p:spPr>
              <a:xfrm>
                <a:off x="3735409" y="4839081"/>
                <a:ext cx="34251" cy="95154"/>
              </a:xfrm>
              <a:custGeom>
                <a:avLst/>
                <a:gdLst/>
                <a:ahLst/>
                <a:cxnLst/>
                <a:rect l="l" t="t" r="r" b="b"/>
                <a:pathLst>
                  <a:path w="34251" h="95154" extrusionOk="0">
                    <a:moveTo>
                      <a:pt x="34252" y="0"/>
                    </a:moveTo>
                    <a:lnTo>
                      <a:pt x="0" y="95155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" name="Google Shape;603;p33">
                <a:extLst>
                  <a:ext uri="{FF2B5EF4-FFF2-40B4-BE49-F238E27FC236}">
                    <a16:creationId xmlns:a16="http://schemas.microsoft.com/office/drawing/2014/main" id="{B1C65929-3D33-F976-16BA-F0172FE2378F}"/>
                  </a:ext>
                </a:extLst>
              </p:cNvPr>
              <p:cNvSpPr/>
              <p:nvPr/>
            </p:nvSpPr>
            <p:spPr>
              <a:xfrm>
                <a:off x="3766832" y="4850396"/>
                <a:ext cx="34251" cy="95145"/>
              </a:xfrm>
              <a:custGeom>
                <a:avLst/>
                <a:gdLst/>
                <a:ahLst/>
                <a:cxnLst/>
                <a:rect l="l" t="t" r="r" b="b"/>
                <a:pathLst>
                  <a:path w="34251" h="95145" extrusionOk="0">
                    <a:moveTo>
                      <a:pt x="34252" y="0"/>
                    </a:moveTo>
                    <a:lnTo>
                      <a:pt x="0" y="95145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" name="Google Shape;604;p33">
                <a:extLst>
                  <a:ext uri="{FF2B5EF4-FFF2-40B4-BE49-F238E27FC236}">
                    <a16:creationId xmlns:a16="http://schemas.microsoft.com/office/drawing/2014/main" id="{48D1D697-8A7D-472F-389F-2DA5450FF23B}"/>
                  </a:ext>
                </a:extLst>
              </p:cNvPr>
              <p:cNvSpPr/>
              <p:nvPr/>
            </p:nvSpPr>
            <p:spPr>
              <a:xfrm>
                <a:off x="3798255" y="4861702"/>
                <a:ext cx="34251" cy="95154"/>
              </a:xfrm>
              <a:custGeom>
                <a:avLst/>
                <a:gdLst/>
                <a:ahLst/>
                <a:cxnLst/>
                <a:rect l="l" t="t" r="r" b="b"/>
                <a:pathLst>
                  <a:path w="34251" h="95154" extrusionOk="0">
                    <a:moveTo>
                      <a:pt x="34252" y="0"/>
                    </a:moveTo>
                    <a:lnTo>
                      <a:pt x="0" y="95155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" name="Google Shape;605;p33">
                <a:extLst>
                  <a:ext uri="{FF2B5EF4-FFF2-40B4-BE49-F238E27FC236}">
                    <a16:creationId xmlns:a16="http://schemas.microsoft.com/office/drawing/2014/main" id="{B348B412-9F51-9AA1-C1BE-0FA13AA8BD86}"/>
                  </a:ext>
                </a:extLst>
              </p:cNvPr>
              <p:cNvSpPr/>
              <p:nvPr/>
            </p:nvSpPr>
            <p:spPr>
              <a:xfrm>
                <a:off x="3829678" y="4873018"/>
                <a:ext cx="34251" cy="95154"/>
              </a:xfrm>
              <a:custGeom>
                <a:avLst/>
                <a:gdLst/>
                <a:ahLst/>
                <a:cxnLst/>
                <a:rect l="l" t="t" r="r" b="b"/>
                <a:pathLst>
                  <a:path w="34251" h="95154" extrusionOk="0">
                    <a:moveTo>
                      <a:pt x="34252" y="0"/>
                    </a:moveTo>
                    <a:lnTo>
                      <a:pt x="0" y="95155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" name="Google Shape;606;p33">
                <a:extLst>
                  <a:ext uri="{FF2B5EF4-FFF2-40B4-BE49-F238E27FC236}">
                    <a16:creationId xmlns:a16="http://schemas.microsoft.com/office/drawing/2014/main" id="{38587DE4-7DE6-7071-7E28-BE7DDEAF82F4}"/>
                  </a:ext>
                </a:extLst>
              </p:cNvPr>
              <p:cNvSpPr/>
              <p:nvPr/>
            </p:nvSpPr>
            <p:spPr>
              <a:xfrm>
                <a:off x="3861101" y="4884334"/>
                <a:ext cx="34251" cy="95154"/>
              </a:xfrm>
              <a:custGeom>
                <a:avLst/>
                <a:gdLst/>
                <a:ahLst/>
                <a:cxnLst/>
                <a:rect l="l" t="t" r="r" b="b"/>
                <a:pathLst>
                  <a:path w="34251" h="95154" extrusionOk="0">
                    <a:moveTo>
                      <a:pt x="34252" y="0"/>
                    </a:moveTo>
                    <a:lnTo>
                      <a:pt x="0" y="95155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" name="Google Shape;607;p33">
                <a:extLst>
                  <a:ext uri="{FF2B5EF4-FFF2-40B4-BE49-F238E27FC236}">
                    <a16:creationId xmlns:a16="http://schemas.microsoft.com/office/drawing/2014/main" id="{E6E10D8D-EBD6-4ACA-EAAC-CD37849BF11F}"/>
                  </a:ext>
                </a:extLst>
              </p:cNvPr>
              <p:cNvSpPr/>
              <p:nvPr/>
            </p:nvSpPr>
            <p:spPr>
              <a:xfrm>
                <a:off x="3892524" y="4895649"/>
                <a:ext cx="34251" cy="95154"/>
              </a:xfrm>
              <a:custGeom>
                <a:avLst/>
                <a:gdLst/>
                <a:ahLst/>
                <a:cxnLst/>
                <a:rect l="l" t="t" r="r" b="b"/>
                <a:pathLst>
                  <a:path w="34251" h="95154" extrusionOk="0">
                    <a:moveTo>
                      <a:pt x="34252" y="0"/>
                    </a:moveTo>
                    <a:lnTo>
                      <a:pt x="0" y="95155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" name="Google Shape;608;p33">
                <a:extLst>
                  <a:ext uri="{FF2B5EF4-FFF2-40B4-BE49-F238E27FC236}">
                    <a16:creationId xmlns:a16="http://schemas.microsoft.com/office/drawing/2014/main" id="{91E09558-FC83-4ADE-804D-E51DD111F01B}"/>
                  </a:ext>
                </a:extLst>
              </p:cNvPr>
              <p:cNvSpPr/>
              <p:nvPr/>
            </p:nvSpPr>
            <p:spPr>
              <a:xfrm>
                <a:off x="3923947" y="4906965"/>
                <a:ext cx="34251" cy="95145"/>
              </a:xfrm>
              <a:custGeom>
                <a:avLst/>
                <a:gdLst/>
                <a:ahLst/>
                <a:cxnLst/>
                <a:rect l="l" t="t" r="r" b="b"/>
                <a:pathLst>
                  <a:path w="34251" h="95145" extrusionOk="0">
                    <a:moveTo>
                      <a:pt x="34252" y="0"/>
                    </a:moveTo>
                    <a:lnTo>
                      <a:pt x="0" y="95145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82" name="Google Shape;609;p33">
              <a:extLst>
                <a:ext uri="{FF2B5EF4-FFF2-40B4-BE49-F238E27FC236}">
                  <a16:creationId xmlns:a16="http://schemas.microsoft.com/office/drawing/2014/main" id="{F9BEA8DB-5D7D-97B6-3BA3-9695EE7E7904}"/>
                </a:ext>
              </a:extLst>
            </p:cNvPr>
            <p:cNvSpPr/>
            <p:nvPr/>
          </p:nvSpPr>
          <p:spPr>
            <a:xfrm>
              <a:off x="3841325" y="1098315"/>
              <a:ext cx="499529" cy="499502"/>
            </a:xfrm>
            <a:custGeom>
              <a:avLst/>
              <a:gdLst/>
              <a:ahLst/>
              <a:cxnLst/>
              <a:rect l="l" t="t" r="r" b="b"/>
              <a:pathLst>
                <a:path w="297675" h="297675" extrusionOk="0">
                  <a:moveTo>
                    <a:pt x="297675" y="148838"/>
                  </a:moveTo>
                  <a:cubicBezTo>
                    <a:pt x="297675" y="231038"/>
                    <a:pt x="231038" y="297675"/>
                    <a:pt x="148838" y="297675"/>
                  </a:cubicBezTo>
                  <a:cubicBezTo>
                    <a:pt x="66637" y="297675"/>
                    <a:pt x="0" y="231038"/>
                    <a:pt x="0" y="148838"/>
                  </a:cubicBezTo>
                  <a:cubicBezTo>
                    <a:pt x="0" y="66637"/>
                    <a:pt x="66637" y="0"/>
                    <a:pt x="148838" y="0"/>
                  </a:cubicBezTo>
                  <a:cubicBezTo>
                    <a:pt x="231038" y="0"/>
                    <a:pt x="297675" y="66637"/>
                    <a:pt x="297675" y="14883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610;p33">
              <a:extLst>
                <a:ext uri="{FF2B5EF4-FFF2-40B4-BE49-F238E27FC236}">
                  <a16:creationId xmlns:a16="http://schemas.microsoft.com/office/drawing/2014/main" id="{1BE54FDC-2759-35AE-C847-FEFF0DA0CD51}"/>
                </a:ext>
              </a:extLst>
            </p:cNvPr>
            <p:cNvSpPr/>
            <p:nvPr/>
          </p:nvSpPr>
          <p:spPr>
            <a:xfrm>
              <a:off x="3925240" y="1182242"/>
              <a:ext cx="331682" cy="331647"/>
            </a:xfrm>
            <a:custGeom>
              <a:avLst/>
              <a:gdLst/>
              <a:ahLst/>
              <a:cxnLst/>
              <a:rect l="l" t="t" r="r" b="b"/>
              <a:pathLst>
                <a:path w="197653" h="197643" extrusionOk="0">
                  <a:moveTo>
                    <a:pt x="197653" y="102013"/>
                  </a:moveTo>
                  <a:lnTo>
                    <a:pt x="137817" y="80477"/>
                  </a:lnTo>
                  <a:lnTo>
                    <a:pt x="159363" y="20641"/>
                  </a:lnTo>
                  <a:lnTo>
                    <a:pt x="102022" y="0"/>
                  </a:lnTo>
                  <a:lnTo>
                    <a:pt x="80477" y="59827"/>
                  </a:lnTo>
                  <a:lnTo>
                    <a:pt x="20650" y="38291"/>
                  </a:lnTo>
                  <a:lnTo>
                    <a:pt x="0" y="95621"/>
                  </a:lnTo>
                  <a:lnTo>
                    <a:pt x="59836" y="117167"/>
                  </a:lnTo>
                  <a:lnTo>
                    <a:pt x="38290" y="177003"/>
                  </a:lnTo>
                  <a:lnTo>
                    <a:pt x="95631" y="197644"/>
                  </a:lnTo>
                  <a:lnTo>
                    <a:pt x="117176" y="137808"/>
                  </a:lnTo>
                  <a:lnTo>
                    <a:pt x="177003" y="15935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611;p33">
              <a:extLst>
                <a:ext uri="{FF2B5EF4-FFF2-40B4-BE49-F238E27FC236}">
                  <a16:creationId xmlns:a16="http://schemas.microsoft.com/office/drawing/2014/main" id="{C0A4EF24-C1AB-4D02-A41F-2AF767ECFC79}"/>
                </a:ext>
              </a:extLst>
            </p:cNvPr>
            <p:cNvSpPr/>
            <p:nvPr/>
          </p:nvSpPr>
          <p:spPr>
            <a:xfrm rot="-543206">
              <a:off x="4822922" y="911966"/>
              <a:ext cx="335176" cy="186815"/>
            </a:xfrm>
            <a:custGeom>
              <a:avLst/>
              <a:gdLst/>
              <a:ahLst/>
              <a:cxnLst/>
              <a:rect l="l" t="t" r="r" b="b"/>
              <a:pathLst>
                <a:path w="363737" h="202734" extrusionOk="0">
                  <a:moveTo>
                    <a:pt x="201587" y="201587"/>
                  </a:moveTo>
                  <a:cubicBezTo>
                    <a:pt x="301714" y="190376"/>
                    <a:pt x="373799" y="100127"/>
                    <a:pt x="362588" y="0"/>
                  </a:cubicBezTo>
                  <a:lnTo>
                    <a:pt x="0" y="40595"/>
                  </a:lnTo>
                  <a:cubicBezTo>
                    <a:pt x="11201" y="140713"/>
                    <a:pt x="101460" y="212788"/>
                    <a:pt x="201587" y="20158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612;p33">
              <a:extLst>
                <a:ext uri="{FF2B5EF4-FFF2-40B4-BE49-F238E27FC236}">
                  <a16:creationId xmlns:a16="http://schemas.microsoft.com/office/drawing/2014/main" id="{834FAABD-B5F2-FE19-B65E-093992CF93CF}"/>
                </a:ext>
              </a:extLst>
            </p:cNvPr>
            <p:cNvSpPr/>
            <p:nvPr/>
          </p:nvSpPr>
          <p:spPr>
            <a:xfrm rot="-543206">
              <a:off x="4798380" y="765112"/>
              <a:ext cx="335174" cy="186825"/>
            </a:xfrm>
            <a:custGeom>
              <a:avLst/>
              <a:gdLst/>
              <a:ahLst/>
              <a:cxnLst/>
              <a:rect l="l" t="t" r="r" b="b"/>
              <a:pathLst>
                <a:path w="363735" h="202745" extrusionOk="0">
                  <a:moveTo>
                    <a:pt x="1147" y="202746"/>
                  </a:moveTo>
                  <a:lnTo>
                    <a:pt x="363736" y="162150"/>
                  </a:lnTo>
                  <a:cubicBezTo>
                    <a:pt x="352525" y="62024"/>
                    <a:pt x="262275" y="-10062"/>
                    <a:pt x="162148" y="1149"/>
                  </a:cubicBezTo>
                  <a:cubicBezTo>
                    <a:pt x="62022" y="12360"/>
                    <a:pt x="-10054" y="102619"/>
                    <a:pt x="1147" y="2027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613;p33">
              <a:extLst>
                <a:ext uri="{FF2B5EF4-FFF2-40B4-BE49-F238E27FC236}">
                  <a16:creationId xmlns:a16="http://schemas.microsoft.com/office/drawing/2014/main" id="{A3629BF8-19F5-E9D6-AD6B-A761D8E7E591}"/>
                </a:ext>
              </a:extLst>
            </p:cNvPr>
            <p:cNvSpPr/>
            <p:nvPr/>
          </p:nvSpPr>
          <p:spPr>
            <a:xfrm rot="-543206">
              <a:off x="5327714" y="1152327"/>
              <a:ext cx="198146" cy="159316"/>
            </a:xfrm>
            <a:custGeom>
              <a:avLst/>
              <a:gdLst/>
              <a:ahLst/>
              <a:cxnLst/>
              <a:rect l="l" t="t" r="r" b="b"/>
              <a:pathLst>
                <a:path w="215030" h="172891" extrusionOk="0">
                  <a:moveTo>
                    <a:pt x="57611" y="157419"/>
                  </a:moveTo>
                  <a:cubicBezTo>
                    <a:pt x="112713" y="189252"/>
                    <a:pt x="183198" y="170393"/>
                    <a:pt x="215030" y="115290"/>
                  </a:cubicBezTo>
                  <a:lnTo>
                    <a:pt x="15472" y="0"/>
                  </a:lnTo>
                  <a:cubicBezTo>
                    <a:pt x="-16360" y="55102"/>
                    <a:pt x="2499" y="125587"/>
                    <a:pt x="57611" y="1574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614;p33">
              <a:extLst>
                <a:ext uri="{FF2B5EF4-FFF2-40B4-BE49-F238E27FC236}">
                  <a16:creationId xmlns:a16="http://schemas.microsoft.com/office/drawing/2014/main" id="{FB047B13-A818-2396-702D-BE0E9EE88A7B}"/>
                </a:ext>
              </a:extLst>
            </p:cNvPr>
            <p:cNvSpPr/>
            <p:nvPr/>
          </p:nvSpPr>
          <p:spPr>
            <a:xfrm rot="-543206">
              <a:off x="5333396" y="1097857"/>
              <a:ext cx="198146" cy="159320"/>
            </a:xfrm>
            <a:custGeom>
              <a:avLst/>
              <a:gdLst/>
              <a:ahLst/>
              <a:cxnLst/>
              <a:rect l="l" t="t" r="r" b="b"/>
              <a:pathLst>
                <a:path w="215030" h="172896" extrusionOk="0">
                  <a:moveTo>
                    <a:pt x="0" y="57606"/>
                  </a:moveTo>
                  <a:lnTo>
                    <a:pt x="199558" y="172896"/>
                  </a:lnTo>
                  <a:cubicBezTo>
                    <a:pt x="231391" y="117794"/>
                    <a:pt x="212531" y="47309"/>
                    <a:pt x="157429" y="15477"/>
                  </a:cubicBezTo>
                  <a:cubicBezTo>
                    <a:pt x="102318" y="-16365"/>
                    <a:pt x="31842" y="2504"/>
                    <a:pt x="0" y="576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615;p33">
              <a:extLst>
                <a:ext uri="{FF2B5EF4-FFF2-40B4-BE49-F238E27FC236}">
                  <a16:creationId xmlns:a16="http://schemas.microsoft.com/office/drawing/2014/main" id="{754A0AA8-8D45-4105-76BE-48DA51135AB7}"/>
                </a:ext>
              </a:extLst>
            </p:cNvPr>
            <p:cNvSpPr/>
            <p:nvPr/>
          </p:nvSpPr>
          <p:spPr>
            <a:xfrm rot="-3999147">
              <a:off x="3529633" y="1292453"/>
              <a:ext cx="95797" cy="95797"/>
            </a:xfrm>
            <a:custGeom>
              <a:avLst/>
              <a:gdLst/>
              <a:ahLst/>
              <a:cxnLst/>
              <a:rect l="l" t="t" r="r" b="b"/>
              <a:pathLst>
                <a:path w="127732" h="127732" extrusionOk="0">
                  <a:moveTo>
                    <a:pt x="120255" y="93831"/>
                  </a:moveTo>
                  <a:cubicBezTo>
                    <a:pt x="103701" y="124978"/>
                    <a:pt x="65039" y="136798"/>
                    <a:pt x="33901" y="120253"/>
                  </a:cubicBezTo>
                  <a:cubicBezTo>
                    <a:pt x="2755" y="103699"/>
                    <a:pt x="-9066" y="65037"/>
                    <a:pt x="7479" y="33900"/>
                  </a:cubicBezTo>
                  <a:cubicBezTo>
                    <a:pt x="24024" y="2762"/>
                    <a:pt x="62696" y="-9068"/>
                    <a:pt x="93833" y="7477"/>
                  </a:cubicBezTo>
                  <a:cubicBezTo>
                    <a:pt x="124970" y="24022"/>
                    <a:pt x="136800" y="62684"/>
                    <a:pt x="120255" y="938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616;p33">
              <a:extLst>
                <a:ext uri="{FF2B5EF4-FFF2-40B4-BE49-F238E27FC236}">
                  <a16:creationId xmlns:a16="http://schemas.microsoft.com/office/drawing/2014/main" id="{56CD4080-C164-379E-8494-3DCFF07E5FFB}"/>
                </a:ext>
              </a:extLst>
            </p:cNvPr>
            <p:cNvSpPr/>
            <p:nvPr/>
          </p:nvSpPr>
          <p:spPr>
            <a:xfrm rot="-3999147">
              <a:off x="3683691" y="2082714"/>
              <a:ext cx="95787" cy="95787"/>
            </a:xfrm>
            <a:custGeom>
              <a:avLst/>
              <a:gdLst/>
              <a:ahLst/>
              <a:cxnLst/>
              <a:rect l="l" t="t" r="r" b="b"/>
              <a:pathLst>
                <a:path w="127718" h="127718" extrusionOk="0">
                  <a:moveTo>
                    <a:pt x="116137" y="100526"/>
                  </a:moveTo>
                  <a:cubicBezTo>
                    <a:pt x="95887" y="129396"/>
                    <a:pt x="56063" y="136388"/>
                    <a:pt x="27193" y="116137"/>
                  </a:cubicBezTo>
                  <a:cubicBezTo>
                    <a:pt x="-1677" y="95887"/>
                    <a:pt x="-8669" y="56063"/>
                    <a:pt x="11582" y="27193"/>
                  </a:cubicBezTo>
                  <a:cubicBezTo>
                    <a:pt x="31832" y="-1677"/>
                    <a:pt x="71656" y="-8669"/>
                    <a:pt x="100526" y="11582"/>
                  </a:cubicBezTo>
                  <a:cubicBezTo>
                    <a:pt x="129396" y="31832"/>
                    <a:pt x="136388" y="71656"/>
                    <a:pt x="116137" y="100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617;p33">
              <a:extLst>
                <a:ext uri="{FF2B5EF4-FFF2-40B4-BE49-F238E27FC236}">
                  <a16:creationId xmlns:a16="http://schemas.microsoft.com/office/drawing/2014/main" id="{C1C8E2BA-D07A-037E-1E61-D3B13397AD4F}"/>
                </a:ext>
              </a:extLst>
            </p:cNvPr>
            <p:cNvSpPr/>
            <p:nvPr/>
          </p:nvSpPr>
          <p:spPr>
            <a:xfrm rot="-3999147">
              <a:off x="3310312" y="1871849"/>
              <a:ext cx="272797" cy="152049"/>
            </a:xfrm>
            <a:custGeom>
              <a:avLst/>
              <a:gdLst/>
              <a:ahLst/>
              <a:cxnLst/>
              <a:rect l="l" t="t" r="r" b="b"/>
              <a:pathLst>
                <a:path w="363737" h="202736" extrusionOk="0">
                  <a:moveTo>
                    <a:pt x="201587" y="201587"/>
                  </a:moveTo>
                  <a:cubicBezTo>
                    <a:pt x="301714" y="190376"/>
                    <a:pt x="373799" y="100127"/>
                    <a:pt x="362588" y="0"/>
                  </a:cubicBezTo>
                  <a:lnTo>
                    <a:pt x="0" y="40596"/>
                  </a:lnTo>
                  <a:cubicBezTo>
                    <a:pt x="11201" y="140713"/>
                    <a:pt x="101460" y="212798"/>
                    <a:pt x="201587" y="20158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618;p33">
              <a:extLst>
                <a:ext uri="{FF2B5EF4-FFF2-40B4-BE49-F238E27FC236}">
                  <a16:creationId xmlns:a16="http://schemas.microsoft.com/office/drawing/2014/main" id="{8490AEED-B24D-E601-FEF5-5C082C657181}"/>
                </a:ext>
              </a:extLst>
            </p:cNvPr>
            <p:cNvSpPr/>
            <p:nvPr/>
          </p:nvSpPr>
          <p:spPr>
            <a:xfrm rot="-3999147">
              <a:off x="3198315" y="1824441"/>
              <a:ext cx="272797" cy="152056"/>
            </a:xfrm>
            <a:custGeom>
              <a:avLst/>
              <a:gdLst/>
              <a:ahLst/>
              <a:cxnLst/>
              <a:rect l="l" t="t" r="r" b="b"/>
              <a:pathLst>
                <a:path w="363737" h="202745" extrusionOk="0">
                  <a:moveTo>
                    <a:pt x="1149" y="202746"/>
                  </a:moveTo>
                  <a:lnTo>
                    <a:pt x="363737" y="162150"/>
                  </a:lnTo>
                  <a:cubicBezTo>
                    <a:pt x="352526" y="62023"/>
                    <a:pt x="262277" y="-10062"/>
                    <a:pt x="162150" y="1149"/>
                  </a:cubicBezTo>
                  <a:cubicBezTo>
                    <a:pt x="62023" y="12360"/>
                    <a:pt x="-10062" y="102619"/>
                    <a:pt x="1149" y="2027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619;p33">
              <a:extLst>
                <a:ext uri="{FF2B5EF4-FFF2-40B4-BE49-F238E27FC236}">
                  <a16:creationId xmlns:a16="http://schemas.microsoft.com/office/drawing/2014/main" id="{9F778CE2-1B51-2B66-7675-B11334FD804C}"/>
                </a:ext>
              </a:extLst>
            </p:cNvPr>
            <p:cNvSpPr/>
            <p:nvPr/>
          </p:nvSpPr>
          <p:spPr>
            <a:xfrm rot="-3999147">
              <a:off x="2922854" y="1733985"/>
              <a:ext cx="155387" cy="138522"/>
            </a:xfrm>
            <a:custGeom>
              <a:avLst/>
              <a:gdLst/>
              <a:ahLst/>
              <a:cxnLst/>
              <a:rect l="l" t="t" r="r" b="b"/>
              <a:pathLst>
                <a:path w="207187" h="184699" extrusionOk="0">
                  <a:moveTo>
                    <a:pt x="45777" y="161401"/>
                  </a:moveTo>
                  <a:cubicBezTo>
                    <a:pt x="96555" y="199768"/>
                    <a:pt x="168821" y="189700"/>
                    <a:pt x="207188" y="138922"/>
                  </a:cubicBezTo>
                  <a:lnTo>
                    <a:pt x="23298" y="0"/>
                  </a:lnTo>
                  <a:cubicBezTo>
                    <a:pt x="-15069" y="50768"/>
                    <a:pt x="-5001" y="123034"/>
                    <a:pt x="45777" y="1614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620;p33">
              <a:extLst>
                <a:ext uri="{FF2B5EF4-FFF2-40B4-BE49-F238E27FC236}">
                  <a16:creationId xmlns:a16="http://schemas.microsoft.com/office/drawing/2014/main" id="{A7684D56-E495-AFED-61DF-53557B7F47C4}"/>
                </a:ext>
              </a:extLst>
            </p:cNvPr>
            <p:cNvSpPr/>
            <p:nvPr/>
          </p:nvSpPr>
          <p:spPr>
            <a:xfrm rot="-3999147">
              <a:off x="2898252" y="1704335"/>
              <a:ext cx="155387" cy="138519"/>
            </a:xfrm>
            <a:custGeom>
              <a:avLst/>
              <a:gdLst/>
              <a:ahLst/>
              <a:cxnLst/>
              <a:rect l="l" t="t" r="r" b="b"/>
              <a:pathLst>
                <a:path w="207187" h="184696" extrusionOk="0">
                  <a:moveTo>
                    <a:pt x="0" y="45775"/>
                  </a:moveTo>
                  <a:lnTo>
                    <a:pt x="183890" y="184697"/>
                  </a:lnTo>
                  <a:cubicBezTo>
                    <a:pt x="222256" y="133919"/>
                    <a:pt x="212189" y="61653"/>
                    <a:pt x="161411" y="23286"/>
                  </a:cubicBezTo>
                  <a:cubicBezTo>
                    <a:pt x="110623" y="-15061"/>
                    <a:pt x="38367" y="-5003"/>
                    <a:pt x="0" y="45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621;p33">
              <a:extLst>
                <a:ext uri="{FF2B5EF4-FFF2-40B4-BE49-F238E27FC236}">
                  <a16:creationId xmlns:a16="http://schemas.microsoft.com/office/drawing/2014/main" id="{C69AFE8D-1BA3-91EF-6272-E50AD2BA1D47}"/>
                </a:ext>
              </a:extLst>
            </p:cNvPr>
            <p:cNvSpPr/>
            <p:nvPr/>
          </p:nvSpPr>
          <p:spPr>
            <a:xfrm rot="-3999147">
              <a:off x="3205916" y="1490053"/>
              <a:ext cx="155384" cy="138522"/>
            </a:xfrm>
            <a:custGeom>
              <a:avLst/>
              <a:gdLst/>
              <a:ahLst/>
              <a:cxnLst/>
              <a:rect l="l" t="t" r="r" b="b"/>
              <a:pathLst>
                <a:path w="207183" h="184699" extrusionOk="0">
                  <a:moveTo>
                    <a:pt x="45773" y="161401"/>
                  </a:moveTo>
                  <a:cubicBezTo>
                    <a:pt x="96551" y="199768"/>
                    <a:pt x="168817" y="189700"/>
                    <a:pt x="207183" y="138922"/>
                  </a:cubicBezTo>
                  <a:lnTo>
                    <a:pt x="23294" y="0"/>
                  </a:lnTo>
                  <a:cubicBezTo>
                    <a:pt x="-15063" y="50778"/>
                    <a:pt x="-5005" y="123044"/>
                    <a:pt x="45773" y="1614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622;p33">
              <a:extLst>
                <a:ext uri="{FF2B5EF4-FFF2-40B4-BE49-F238E27FC236}">
                  <a16:creationId xmlns:a16="http://schemas.microsoft.com/office/drawing/2014/main" id="{8EA2AF4A-5B21-B409-0A63-1F0A06D1CBED}"/>
                </a:ext>
              </a:extLst>
            </p:cNvPr>
            <p:cNvSpPr/>
            <p:nvPr/>
          </p:nvSpPr>
          <p:spPr>
            <a:xfrm rot="-3999147">
              <a:off x="3181315" y="1460402"/>
              <a:ext cx="155387" cy="138526"/>
            </a:xfrm>
            <a:custGeom>
              <a:avLst/>
              <a:gdLst/>
              <a:ahLst/>
              <a:cxnLst/>
              <a:rect l="l" t="t" r="r" b="b"/>
              <a:pathLst>
                <a:path w="207187" h="184705" extrusionOk="0">
                  <a:moveTo>
                    <a:pt x="0" y="45783"/>
                  </a:moveTo>
                  <a:lnTo>
                    <a:pt x="183890" y="184705"/>
                  </a:lnTo>
                  <a:cubicBezTo>
                    <a:pt x="222256" y="133927"/>
                    <a:pt x="212189" y="61661"/>
                    <a:pt x="161411" y="23294"/>
                  </a:cubicBezTo>
                  <a:cubicBezTo>
                    <a:pt x="110633" y="-15072"/>
                    <a:pt x="38367" y="-4995"/>
                    <a:pt x="0" y="457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623;p33">
              <a:extLst>
                <a:ext uri="{FF2B5EF4-FFF2-40B4-BE49-F238E27FC236}">
                  <a16:creationId xmlns:a16="http://schemas.microsoft.com/office/drawing/2014/main" id="{3092EF38-761B-7C4F-20FC-7168D29A3E80}"/>
                </a:ext>
              </a:extLst>
            </p:cNvPr>
            <p:cNvSpPr/>
            <p:nvPr/>
          </p:nvSpPr>
          <p:spPr>
            <a:xfrm rot="-3996033">
              <a:off x="5271196" y="1643656"/>
              <a:ext cx="95675" cy="95675"/>
            </a:xfrm>
            <a:custGeom>
              <a:avLst/>
              <a:gdLst/>
              <a:ahLst/>
              <a:cxnLst/>
              <a:rect l="l" t="t" r="r" b="b"/>
              <a:pathLst>
                <a:path w="127718" h="127718" extrusionOk="0">
                  <a:moveTo>
                    <a:pt x="116137" y="100526"/>
                  </a:moveTo>
                  <a:cubicBezTo>
                    <a:pt x="95887" y="129396"/>
                    <a:pt x="56063" y="136388"/>
                    <a:pt x="27193" y="116137"/>
                  </a:cubicBezTo>
                  <a:cubicBezTo>
                    <a:pt x="-1677" y="95887"/>
                    <a:pt x="-8669" y="56063"/>
                    <a:pt x="11582" y="27193"/>
                  </a:cubicBezTo>
                  <a:cubicBezTo>
                    <a:pt x="31832" y="-1677"/>
                    <a:pt x="71656" y="-8669"/>
                    <a:pt x="100526" y="11582"/>
                  </a:cubicBezTo>
                  <a:cubicBezTo>
                    <a:pt x="129396" y="31832"/>
                    <a:pt x="136388" y="71656"/>
                    <a:pt x="116137" y="100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0" name="Google Shape;609;p33">
            <a:extLst>
              <a:ext uri="{FF2B5EF4-FFF2-40B4-BE49-F238E27FC236}">
                <a16:creationId xmlns:a16="http://schemas.microsoft.com/office/drawing/2014/main" id="{05034BD9-CDD0-82E6-227B-058949E9E31F}"/>
              </a:ext>
            </a:extLst>
          </p:cNvPr>
          <p:cNvSpPr/>
          <p:nvPr/>
        </p:nvSpPr>
        <p:spPr>
          <a:xfrm>
            <a:off x="8213596" y="4591661"/>
            <a:ext cx="305172" cy="305156"/>
          </a:xfrm>
          <a:custGeom>
            <a:avLst/>
            <a:gdLst/>
            <a:ahLst/>
            <a:cxnLst/>
            <a:rect l="l" t="t" r="r" b="b"/>
            <a:pathLst>
              <a:path w="297675" h="297675" extrusionOk="0">
                <a:moveTo>
                  <a:pt x="297675" y="148838"/>
                </a:moveTo>
                <a:cubicBezTo>
                  <a:pt x="297675" y="231038"/>
                  <a:pt x="231038" y="297675"/>
                  <a:pt x="148838" y="297675"/>
                </a:cubicBezTo>
                <a:cubicBezTo>
                  <a:pt x="66637" y="297675"/>
                  <a:pt x="0" y="231038"/>
                  <a:pt x="0" y="148838"/>
                </a:cubicBezTo>
                <a:cubicBezTo>
                  <a:pt x="0" y="66637"/>
                  <a:pt x="66637" y="0"/>
                  <a:pt x="148838" y="0"/>
                </a:cubicBezTo>
                <a:cubicBezTo>
                  <a:pt x="231038" y="0"/>
                  <a:pt x="297675" y="66637"/>
                  <a:pt x="297675" y="148838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dirty="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07B996-FFFF-04EA-3E8D-CBAA154E4945}"/>
              </a:ext>
            </a:extLst>
          </p:cNvPr>
          <p:cNvSpPr txBox="1"/>
          <p:nvPr/>
        </p:nvSpPr>
        <p:spPr>
          <a:xfrm>
            <a:off x="4588903" y="2060441"/>
            <a:ext cx="420008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Inconvénients :</a:t>
            </a:r>
          </a:p>
          <a:p>
            <a:endParaRPr lang="fr-FR" dirty="0"/>
          </a:p>
          <a:p>
            <a:r>
              <a:rPr lang="fr-FR" dirty="0"/>
              <a:t>- Nombre de requêtes limité</a:t>
            </a:r>
          </a:p>
          <a:p>
            <a:r>
              <a:rPr lang="fr-FR" dirty="0"/>
              <a:t>- Dépendance externe API</a:t>
            </a:r>
          </a:p>
          <a:p>
            <a:r>
              <a:rPr lang="fr-FR" dirty="0"/>
              <a:t>- Pas de contrôle sur le modèle</a:t>
            </a:r>
            <a:endParaRPr lang="en-US" sz="12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4DAB2F5-0B8A-092C-0A9C-EF6AB5F3DDE5}"/>
              </a:ext>
            </a:extLst>
          </p:cNvPr>
          <p:cNvSpPr/>
          <p:nvPr/>
        </p:nvSpPr>
        <p:spPr>
          <a:xfrm>
            <a:off x="4423360" y="1928703"/>
            <a:ext cx="263475" cy="26347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CAFB2C9-5A0E-E509-1C26-F78742CF9583}"/>
              </a:ext>
            </a:extLst>
          </p:cNvPr>
          <p:cNvSpPr/>
          <p:nvPr/>
        </p:nvSpPr>
        <p:spPr>
          <a:xfrm>
            <a:off x="716332" y="1931744"/>
            <a:ext cx="263474" cy="263476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93631AF9-4B23-B992-553E-20373B327FA1}"/>
              </a:ext>
            </a:extLst>
          </p:cNvPr>
          <p:cNvSpPr/>
          <p:nvPr/>
        </p:nvSpPr>
        <p:spPr>
          <a:xfrm>
            <a:off x="820417" y="2023148"/>
            <a:ext cx="3116584" cy="1428840"/>
          </a:xfrm>
          <a:prstGeom prst="roundRect">
            <a:avLst/>
          </a:prstGeom>
          <a:solidFill>
            <a:srgbClr val="D0F5C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B56FB1-89F3-D311-3335-241C0598A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205" y="156701"/>
            <a:ext cx="7710900" cy="572700"/>
          </a:xfrm>
        </p:spPr>
        <p:txBody>
          <a:bodyPr/>
          <a:lstStyle/>
          <a:p>
            <a:r>
              <a:rPr lang="fr-FR" dirty="0"/>
              <a:t>2. SOLUTION OLLAMA (LOCAL):</a:t>
            </a:r>
          </a:p>
        </p:txBody>
      </p:sp>
      <p:grpSp>
        <p:nvGrpSpPr>
          <p:cNvPr id="9" name="Google Shape;775;p32">
            <a:extLst>
              <a:ext uri="{FF2B5EF4-FFF2-40B4-BE49-F238E27FC236}">
                <a16:creationId xmlns:a16="http://schemas.microsoft.com/office/drawing/2014/main" id="{0D1433CF-60D7-21BF-DC38-08F43A14E61A}"/>
              </a:ext>
            </a:extLst>
          </p:cNvPr>
          <p:cNvGrpSpPr/>
          <p:nvPr/>
        </p:nvGrpSpPr>
        <p:grpSpPr>
          <a:xfrm>
            <a:off x="6800296" y="3136507"/>
            <a:ext cx="1976371" cy="1850292"/>
            <a:chOff x="4600658" y="914391"/>
            <a:chExt cx="4103144" cy="3764580"/>
          </a:xfrm>
        </p:grpSpPr>
        <p:grpSp>
          <p:nvGrpSpPr>
            <p:cNvPr id="10" name="Google Shape;776;p32">
              <a:extLst>
                <a:ext uri="{FF2B5EF4-FFF2-40B4-BE49-F238E27FC236}">
                  <a16:creationId xmlns:a16="http://schemas.microsoft.com/office/drawing/2014/main" id="{A01676C9-22CD-83CB-26DE-BC24082587A4}"/>
                </a:ext>
              </a:extLst>
            </p:cNvPr>
            <p:cNvGrpSpPr/>
            <p:nvPr/>
          </p:nvGrpSpPr>
          <p:grpSpPr>
            <a:xfrm>
              <a:off x="4600658" y="1842661"/>
              <a:ext cx="4079781" cy="2785123"/>
              <a:chOff x="5842539" y="2431065"/>
              <a:chExt cx="3182605" cy="2172652"/>
            </a:xfrm>
          </p:grpSpPr>
          <p:sp>
            <p:nvSpPr>
              <p:cNvPr id="101" name="Google Shape;777;p32">
                <a:extLst>
                  <a:ext uri="{FF2B5EF4-FFF2-40B4-BE49-F238E27FC236}">
                    <a16:creationId xmlns:a16="http://schemas.microsoft.com/office/drawing/2014/main" id="{6BD77B25-8A74-1AE6-3859-88279852115B}"/>
                  </a:ext>
                </a:extLst>
              </p:cNvPr>
              <p:cNvSpPr/>
              <p:nvPr/>
            </p:nvSpPr>
            <p:spPr>
              <a:xfrm rot="-5011987">
                <a:off x="6654019" y="2524837"/>
                <a:ext cx="1764864" cy="1764864"/>
              </a:xfrm>
              <a:custGeom>
                <a:avLst/>
                <a:gdLst/>
                <a:ahLst/>
                <a:cxnLst/>
                <a:rect l="l" t="t" r="r" b="b"/>
                <a:pathLst>
                  <a:path w="1766886" h="1766886" extrusionOk="0">
                    <a:moveTo>
                      <a:pt x="1766887" y="883443"/>
                    </a:moveTo>
                    <a:cubicBezTo>
                      <a:pt x="1766887" y="1371356"/>
                      <a:pt x="1371356" y="1766887"/>
                      <a:pt x="883443" y="1766887"/>
                    </a:cubicBezTo>
                    <a:cubicBezTo>
                      <a:pt x="395531" y="1766887"/>
                      <a:pt x="0" y="1371356"/>
                      <a:pt x="0" y="883443"/>
                    </a:cubicBezTo>
                    <a:cubicBezTo>
                      <a:pt x="0" y="395531"/>
                      <a:pt x="395531" y="0"/>
                      <a:pt x="883443" y="0"/>
                    </a:cubicBezTo>
                    <a:cubicBezTo>
                      <a:pt x="1371356" y="0"/>
                      <a:pt x="1766887" y="395531"/>
                      <a:pt x="1766887" y="88344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778;p32">
                <a:extLst>
                  <a:ext uri="{FF2B5EF4-FFF2-40B4-BE49-F238E27FC236}">
                    <a16:creationId xmlns:a16="http://schemas.microsoft.com/office/drawing/2014/main" id="{CF2F8DF0-A19B-EF55-D341-23C4BBF53C1A}"/>
                  </a:ext>
                </a:extLst>
              </p:cNvPr>
              <p:cNvSpPr/>
              <p:nvPr/>
            </p:nvSpPr>
            <p:spPr>
              <a:xfrm>
                <a:off x="8210604" y="3668914"/>
                <a:ext cx="714565" cy="714565"/>
              </a:xfrm>
              <a:custGeom>
                <a:avLst/>
                <a:gdLst/>
                <a:ahLst/>
                <a:cxnLst/>
                <a:rect l="l" t="t" r="r" b="b"/>
                <a:pathLst>
                  <a:path w="714565" h="714565" extrusionOk="0">
                    <a:moveTo>
                      <a:pt x="714565" y="357283"/>
                    </a:moveTo>
                    <a:cubicBezTo>
                      <a:pt x="714565" y="554605"/>
                      <a:pt x="554604" y="714566"/>
                      <a:pt x="357283" y="714566"/>
                    </a:cubicBezTo>
                    <a:cubicBezTo>
                      <a:pt x="159961" y="714566"/>
                      <a:pt x="0" y="554605"/>
                      <a:pt x="0" y="357283"/>
                    </a:cubicBezTo>
                    <a:cubicBezTo>
                      <a:pt x="0" y="159961"/>
                      <a:pt x="159961" y="0"/>
                      <a:pt x="357283" y="0"/>
                    </a:cubicBezTo>
                    <a:cubicBezTo>
                      <a:pt x="554604" y="0"/>
                      <a:pt x="714565" y="159961"/>
                      <a:pt x="714565" y="35728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779;p32">
                <a:extLst>
                  <a:ext uri="{FF2B5EF4-FFF2-40B4-BE49-F238E27FC236}">
                    <a16:creationId xmlns:a16="http://schemas.microsoft.com/office/drawing/2014/main" id="{706B4134-D942-6C17-8395-07F5F6FFEFB0}"/>
                  </a:ext>
                </a:extLst>
              </p:cNvPr>
              <p:cNvSpPr/>
              <p:nvPr/>
            </p:nvSpPr>
            <p:spPr>
              <a:xfrm>
                <a:off x="6332314" y="2524315"/>
                <a:ext cx="227933" cy="227933"/>
              </a:xfrm>
              <a:custGeom>
                <a:avLst/>
                <a:gdLst/>
                <a:ahLst/>
                <a:cxnLst/>
                <a:rect l="l" t="t" r="r" b="b"/>
                <a:pathLst>
                  <a:path w="227933" h="227933" extrusionOk="0">
                    <a:moveTo>
                      <a:pt x="227933" y="73247"/>
                    </a:moveTo>
                    <a:lnTo>
                      <a:pt x="154781" y="73247"/>
                    </a:lnTo>
                    <a:lnTo>
                      <a:pt x="154781" y="0"/>
                    </a:lnTo>
                    <a:lnTo>
                      <a:pt x="73247" y="0"/>
                    </a:lnTo>
                    <a:lnTo>
                      <a:pt x="73247" y="73247"/>
                    </a:lnTo>
                    <a:lnTo>
                      <a:pt x="0" y="73247"/>
                    </a:lnTo>
                    <a:lnTo>
                      <a:pt x="0" y="154781"/>
                    </a:lnTo>
                    <a:lnTo>
                      <a:pt x="73247" y="154781"/>
                    </a:lnTo>
                    <a:lnTo>
                      <a:pt x="73247" y="227933"/>
                    </a:lnTo>
                    <a:lnTo>
                      <a:pt x="154781" y="227933"/>
                    </a:lnTo>
                    <a:lnTo>
                      <a:pt x="154781" y="154781"/>
                    </a:lnTo>
                    <a:lnTo>
                      <a:pt x="227933" y="154781"/>
                    </a:lnTo>
                    <a:lnTo>
                      <a:pt x="227933" y="7324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780;p32">
                <a:extLst>
                  <a:ext uri="{FF2B5EF4-FFF2-40B4-BE49-F238E27FC236}">
                    <a16:creationId xmlns:a16="http://schemas.microsoft.com/office/drawing/2014/main" id="{A525E2BD-672E-1F3D-FA95-AD64E19D62BA}"/>
                  </a:ext>
                </a:extLst>
              </p:cNvPr>
              <p:cNvSpPr/>
              <p:nvPr/>
            </p:nvSpPr>
            <p:spPr>
              <a:xfrm>
                <a:off x="6613302" y="2841879"/>
                <a:ext cx="154685" cy="154686"/>
              </a:xfrm>
              <a:custGeom>
                <a:avLst/>
                <a:gdLst/>
                <a:ahLst/>
                <a:cxnLst/>
                <a:rect l="l" t="t" r="r" b="b"/>
                <a:pathLst>
                  <a:path w="154685" h="154686" extrusionOk="0">
                    <a:moveTo>
                      <a:pt x="154686" y="49625"/>
                    </a:moveTo>
                    <a:lnTo>
                      <a:pt x="104965" y="49625"/>
                    </a:lnTo>
                    <a:lnTo>
                      <a:pt x="104965" y="0"/>
                    </a:lnTo>
                    <a:lnTo>
                      <a:pt x="49625" y="0"/>
                    </a:lnTo>
                    <a:lnTo>
                      <a:pt x="49625" y="49625"/>
                    </a:lnTo>
                    <a:lnTo>
                      <a:pt x="0" y="49625"/>
                    </a:lnTo>
                    <a:lnTo>
                      <a:pt x="0" y="104966"/>
                    </a:lnTo>
                    <a:lnTo>
                      <a:pt x="49625" y="104966"/>
                    </a:lnTo>
                    <a:lnTo>
                      <a:pt x="49625" y="154686"/>
                    </a:lnTo>
                    <a:lnTo>
                      <a:pt x="104965" y="154686"/>
                    </a:lnTo>
                    <a:lnTo>
                      <a:pt x="104965" y="104966"/>
                    </a:lnTo>
                    <a:lnTo>
                      <a:pt x="154686" y="104966"/>
                    </a:lnTo>
                    <a:lnTo>
                      <a:pt x="154686" y="4962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781;p32">
                <a:extLst>
                  <a:ext uri="{FF2B5EF4-FFF2-40B4-BE49-F238E27FC236}">
                    <a16:creationId xmlns:a16="http://schemas.microsoft.com/office/drawing/2014/main" id="{1C752FAB-C647-BBD1-091E-B18B3195379C}"/>
                  </a:ext>
                </a:extLst>
              </p:cNvPr>
              <p:cNvSpPr/>
              <p:nvPr/>
            </p:nvSpPr>
            <p:spPr>
              <a:xfrm>
                <a:off x="8870459" y="2506882"/>
                <a:ext cx="154685" cy="154685"/>
              </a:xfrm>
              <a:custGeom>
                <a:avLst/>
                <a:gdLst/>
                <a:ahLst/>
                <a:cxnLst/>
                <a:rect l="l" t="t" r="r" b="b"/>
                <a:pathLst>
                  <a:path w="154685" h="154685" extrusionOk="0">
                    <a:moveTo>
                      <a:pt x="154686" y="49625"/>
                    </a:moveTo>
                    <a:lnTo>
                      <a:pt x="104965" y="49625"/>
                    </a:lnTo>
                    <a:lnTo>
                      <a:pt x="104965" y="0"/>
                    </a:lnTo>
                    <a:lnTo>
                      <a:pt x="49625" y="0"/>
                    </a:lnTo>
                    <a:lnTo>
                      <a:pt x="49625" y="49625"/>
                    </a:lnTo>
                    <a:lnTo>
                      <a:pt x="0" y="49625"/>
                    </a:lnTo>
                    <a:lnTo>
                      <a:pt x="0" y="104965"/>
                    </a:lnTo>
                    <a:lnTo>
                      <a:pt x="49625" y="104965"/>
                    </a:lnTo>
                    <a:lnTo>
                      <a:pt x="49625" y="154686"/>
                    </a:lnTo>
                    <a:lnTo>
                      <a:pt x="104965" y="154686"/>
                    </a:lnTo>
                    <a:lnTo>
                      <a:pt x="104965" y="104965"/>
                    </a:lnTo>
                    <a:lnTo>
                      <a:pt x="154686" y="104965"/>
                    </a:lnTo>
                    <a:lnTo>
                      <a:pt x="154686" y="4962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782;p32">
                <a:extLst>
                  <a:ext uri="{FF2B5EF4-FFF2-40B4-BE49-F238E27FC236}">
                    <a16:creationId xmlns:a16="http://schemas.microsoft.com/office/drawing/2014/main" id="{008DDF3D-517A-B304-7373-9B8DFFA8DB2F}"/>
                  </a:ext>
                </a:extLst>
              </p:cNvPr>
              <p:cNvSpPr/>
              <p:nvPr/>
            </p:nvSpPr>
            <p:spPr>
              <a:xfrm>
                <a:off x="8370760" y="4376166"/>
                <a:ext cx="125348" cy="125349"/>
              </a:xfrm>
              <a:custGeom>
                <a:avLst/>
                <a:gdLst/>
                <a:ahLst/>
                <a:cxnLst/>
                <a:rect l="l" t="t" r="r" b="b"/>
                <a:pathLst>
                  <a:path w="125348" h="125349" extrusionOk="0">
                    <a:moveTo>
                      <a:pt x="125349" y="62674"/>
                    </a:moveTo>
                    <a:cubicBezTo>
                      <a:pt x="125349" y="97250"/>
                      <a:pt x="97250" y="125349"/>
                      <a:pt x="62675" y="125349"/>
                    </a:cubicBezTo>
                    <a:cubicBezTo>
                      <a:pt x="28099" y="125349"/>
                      <a:pt x="0" y="97250"/>
                      <a:pt x="0" y="62674"/>
                    </a:cubicBezTo>
                    <a:cubicBezTo>
                      <a:pt x="0" y="28099"/>
                      <a:pt x="28099" y="0"/>
                      <a:pt x="62675" y="0"/>
                    </a:cubicBezTo>
                    <a:cubicBezTo>
                      <a:pt x="97250" y="0"/>
                      <a:pt x="125349" y="28099"/>
                      <a:pt x="125349" y="6267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783;p32">
                <a:extLst>
                  <a:ext uri="{FF2B5EF4-FFF2-40B4-BE49-F238E27FC236}">
                    <a16:creationId xmlns:a16="http://schemas.microsoft.com/office/drawing/2014/main" id="{B185CC43-D6F8-63AD-197C-D133BD4AE4E2}"/>
                  </a:ext>
                </a:extLst>
              </p:cNvPr>
              <p:cNvSpPr/>
              <p:nvPr/>
            </p:nvSpPr>
            <p:spPr>
              <a:xfrm>
                <a:off x="5947790" y="4167187"/>
                <a:ext cx="125349" cy="125349"/>
              </a:xfrm>
              <a:custGeom>
                <a:avLst/>
                <a:gdLst/>
                <a:ahLst/>
                <a:cxnLst/>
                <a:rect l="l" t="t" r="r" b="b"/>
                <a:pathLst>
                  <a:path w="125349" h="125349" extrusionOk="0">
                    <a:moveTo>
                      <a:pt x="125349" y="62674"/>
                    </a:moveTo>
                    <a:cubicBezTo>
                      <a:pt x="125349" y="97250"/>
                      <a:pt x="97250" y="125349"/>
                      <a:pt x="62674" y="125349"/>
                    </a:cubicBezTo>
                    <a:cubicBezTo>
                      <a:pt x="28099" y="125349"/>
                      <a:pt x="0" y="97250"/>
                      <a:pt x="0" y="62674"/>
                    </a:cubicBezTo>
                    <a:cubicBezTo>
                      <a:pt x="0" y="28099"/>
                      <a:pt x="28099" y="0"/>
                      <a:pt x="62674" y="0"/>
                    </a:cubicBezTo>
                    <a:cubicBezTo>
                      <a:pt x="97250" y="0"/>
                      <a:pt x="125349" y="28099"/>
                      <a:pt x="125349" y="6267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784;p32">
                <a:extLst>
                  <a:ext uri="{FF2B5EF4-FFF2-40B4-BE49-F238E27FC236}">
                    <a16:creationId xmlns:a16="http://schemas.microsoft.com/office/drawing/2014/main" id="{2ADFDE3E-F4BD-34FB-FF87-621510331EC9}"/>
                  </a:ext>
                </a:extLst>
              </p:cNvPr>
              <p:cNvSpPr/>
              <p:nvPr/>
            </p:nvSpPr>
            <p:spPr>
              <a:xfrm>
                <a:off x="8522588" y="4537424"/>
                <a:ext cx="66293" cy="66293"/>
              </a:xfrm>
              <a:custGeom>
                <a:avLst/>
                <a:gdLst/>
                <a:ahLst/>
                <a:cxnLst/>
                <a:rect l="l" t="t" r="r" b="b"/>
                <a:pathLst>
                  <a:path w="66293" h="66293" extrusionOk="0">
                    <a:moveTo>
                      <a:pt x="66294" y="33147"/>
                    </a:moveTo>
                    <a:cubicBezTo>
                      <a:pt x="66294" y="51435"/>
                      <a:pt x="51435" y="66294"/>
                      <a:pt x="33147" y="66294"/>
                    </a:cubicBezTo>
                    <a:cubicBezTo>
                      <a:pt x="14859" y="66294"/>
                      <a:pt x="0" y="51435"/>
                      <a:pt x="0" y="33147"/>
                    </a:cubicBezTo>
                    <a:cubicBezTo>
                      <a:pt x="0" y="14859"/>
                      <a:pt x="14859" y="0"/>
                      <a:pt x="33147" y="0"/>
                    </a:cubicBezTo>
                    <a:cubicBezTo>
                      <a:pt x="51435" y="0"/>
                      <a:pt x="66294" y="14859"/>
                      <a:pt x="66294" y="3314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785;p32">
                <a:extLst>
                  <a:ext uri="{FF2B5EF4-FFF2-40B4-BE49-F238E27FC236}">
                    <a16:creationId xmlns:a16="http://schemas.microsoft.com/office/drawing/2014/main" id="{F1C9A666-5D2C-7A0E-AFDD-4436FAA29700}"/>
                  </a:ext>
                </a:extLst>
              </p:cNvPr>
              <p:cNvSpPr/>
              <p:nvPr/>
            </p:nvSpPr>
            <p:spPr>
              <a:xfrm>
                <a:off x="5842539" y="4087558"/>
                <a:ext cx="66293" cy="66294"/>
              </a:xfrm>
              <a:custGeom>
                <a:avLst/>
                <a:gdLst/>
                <a:ahLst/>
                <a:cxnLst/>
                <a:rect l="l" t="t" r="r" b="b"/>
                <a:pathLst>
                  <a:path w="66293" h="66294" extrusionOk="0">
                    <a:moveTo>
                      <a:pt x="66294" y="33147"/>
                    </a:moveTo>
                    <a:cubicBezTo>
                      <a:pt x="66294" y="51435"/>
                      <a:pt x="51435" y="66294"/>
                      <a:pt x="33147" y="66294"/>
                    </a:cubicBezTo>
                    <a:cubicBezTo>
                      <a:pt x="14859" y="66294"/>
                      <a:pt x="0" y="51435"/>
                      <a:pt x="0" y="33147"/>
                    </a:cubicBezTo>
                    <a:cubicBezTo>
                      <a:pt x="0" y="14859"/>
                      <a:pt x="14859" y="0"/>
                      <a:pt x="33147" y="0"/>
                    </a:cubicBezTo>
                    <a:cubicBezTo>
                      <a:pt x="51435" y="0"/>
                      <a:pt x="66294" y="14859"/>
                      <a:pt x="66294" y="3314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" name="Google Shape;786;p32">
              <a:extLst>
                <a:ext uri="{FF2B5EF4-FFF2-40B4-BE49-F238E27FC236}">
                  <a16:creationId xmlns:a16="http://schemas.microsoft.com/office/drawing/2014/main" id="{FB2699B2-5DCE-83E2-4157-D1F81B065DDA}"/>
                </a:ext>
              </a:extLst>
            </p:cNvPr>
            <p:cNvSpPr/>
            <p:nvPr/>
          </p:nvSpPr>
          <p:spPr>
            <a:xfrm>
              <a:off x="5126035" y="4541421"/>
              <a:ext cx="3577767" cy="137549"/>
            </a:xfrm>
            <a:custGeom>
              <a:avLst/>
              <a:gdLst/>
              <a:ahLst/>
              <a:cxnLst/>
              <a:rect l="l" t="t" r="r" b="b"/>
              <a:pathLst>
                <a:path w="2789682" h="107251" extrusionOk="0">
                  <a:moveTo>
                    <a:pt x="2789682" y="53626"/>
                  </a:moveTo>
                  <a:cubicBezTo>
                    <a:pt x="2789682" y="83243"/>
                    <a:pt x="2165191" y="107252"/>
                    <a:pt x="1394841" y="107252"/>
                  </a:cubicBezTo>
                  <a:cubicBezTo>
                    <a:pt x="624492" y="107252"/>
                    <a:pt x="0" y="83243"/>
                    <a:pt x="0" y="53626"/>
                  </a:cubicBezTo>
                  <a:cubicBezTo>
                    <a:pt x="0" y="24009"/>
                    <a:pt x="624492" y="0"/>
                    <a:pt x="1394841" y="0"/>
                  </a:cubicBezTo>
                  <a:cubicBezTo>
                    <a:pt x="2165191" y="0"/>
                    <a:pt x="2789682" y="24009"/>
                    <a:pt x="2789682" y="536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" name="Google Shape;787;p32">
              <a:extLst>
                <a:ext uri="{FF2B5EF4-FFF2-40B4-BE49-F238E27FC236}">
                  <a16:creationId xmlns:a16="http://schemas.microsoft.com/office/drawing/2014/main" id="{92F1B81A-BD02-ABF9-5C59-925917D086FE}"/>
                </a:ext>
              </a:extLst>
            </p:cNvPr>
            <p:cNvGrpSpPr/>
            <p:nvPr/>
          </p:nvGrpSpPr>
          <p:grpSpPr>
            <a:xfrm>
              <a:off x="6353687" y="1022257"/>
              <a:ext cx="1831786" cy="1854087"/>
              <a:chOff x="7023258" y="2096429"/>
              <a:chExt cx="1337851" cy="1354139"/>
            </a:xfrm>
          </p:grpSpPr>
          <p:grpSp>
            <p:nvGrpSpPr>
              <p:cNvPr id="52" name="Google Shape;788;p32">
                <a:extLst>
                  <a:ext uri="{FF2B5EF4-FFF2-40B4-BE49-F238E27FC236}">
                    <a16:creationId xmlns:a16="http://schemas.microsoft.com/office/drawing/2014/main" id="{F9BF6990-CC56-FC74-A512-68C4715E4940}"/>
                  </a:ext>
                </a:extLst>
              </p:cNvPr>
              <p:cNvGrpSpPr/>
              <p:nvPr/>
            </p:nvGrpSpPr>
            <p:grpSpPr>
              <a:xfrm>
                <a:off x="7234652" y="2377121"/>
                <a:ext cx="317086" cy="230060"/>
                <a:chOff x="7234652" y="2377121"/>
                <a:chExt cx="317086" cy="230060"/>
              </a:xfrm>
            </p:grpSpPr>
            <p:sp>
              <p:nvSpPr>
                <p:cNvPr id="99" name="Google Shape;789;p32">
                  <a:extLst>
                    <a:ext uri="{FF2B5EF4-FFF2-40B4-BE49-F238E27FC236}">
                      <a16:creationId xmlns:a16="http://schemas.microsoft.com/office/drawing/2014/main" id="{9220A40F-E9B1-062A-72FC-5443E9CC485A}"/>
                    </a:ext>
                  </a:extLst>
                </p:cNvPr>
                <p:cNvSpPr/>
                <p:nvPr/>
              </p:nvSpPr>
              <p:spPr>
                <a:xfrm>
                  <a:off x="7236237" y="2390108"/>
                  <a:ext cx="315501" cy="217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501" h="217073" extrusionOk="0">
                      <a:moveTo>
                        <a:pt x="0" y="118205"/>
                      </a:moveTo>
                      <a:lnTo>
                        <a:pt x="39148" y="210598"/>
                      </a:lnTo>
                      <a:cubicBezTo>
                        <a:pt x="40386" y="213551"/>
                        <a:pt x="43053" y="215646"/>
                        <a:pt x="46196" y="216122"/>
                      </a:cubicBezTo>
                      <a:cubicBezTo>
                        <a:pt x="60865" y="218313"/>
                        <a:pt x="107823" y="220123"/>
                        <a:pt x="201740" y="180308"/>
                      </a:cubicBezTo>
                      <a:cubicBezTo>
                        <a:pt x="299466" y="138875"/>
                        <a:pt x="313372" y="103537"/>
                        <a:pt x="315373" y="93155"/>
                      </a:cubicBezTo>
                      <a:cubicBezTo>
                        <a:pt x="315658" y="91440"/>
                        <a:pt x="315468" y="89630"/>
                        <a:pt x="314801" y="88011"/>
                      </a:cubicBezTo>
                      <a:lnTo>
                        <a:pt x="278892" y="0"/>
                      </a:lnTo>
                      <a:cubicBezTo>
                        <a:pt x="278892" y="0"/>
                        <a:pt x="2381" y="119253"/>
                        <a:pt x="0" y="11830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" name="Google Shape;790;p32">
                  <a:extLst>
                    <a:ext uri="{FF2B5EF4-FFF2-40B4-BE49-F238E27FC236}">
                      <a16:creationId xmlns:a16="http://schemas.microsoft.com/office/drawing/2014/main" id="{FAE1CD86-595B-B075-C8F3-B5B1D9197F47}"/>
                    </a:ext>
                  </a:extLst>
                </p:cNvPr>
                <p:cNvSpPr/>
                <p:nvPr/>
              </p:nvSpPr>
              <p:spPr>
                <a:xfrm>
                  <a:off x="7234652" y="2377121"/>
                  <a:ext cx="281204" cy="1423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1204" h="142327" extrusionOk="0">
                      <a:moveTo>
                        <a:pt x="280192" y="12034"/>
                      </a:moveTo>
                      <a:cubicBezTo>
                        <a:pt x="289430" y="33846"/>
                        <a:pt x="234471" y="78042"/>
                        <a:pt x="157319" y="110713"/>
                      </a:cubicBezTo>
                      <a:cubicBezTo>
                        <a:pt x="80262" y="143384"/>
                        <a:pt x="10253" y="152147"/>
                        <a:pt x="1013" y="130335"/>
                      </a:cubicBezTo>
                      <a:cubicBezTo>
                        <a:pt x="-8226" y="108523"/>
                        <a:pt x="46734" y="64327"/>
                        <a:pt x="123886" y="31656"/>
                      </a:cubicBezTo>
                      <a:cubicBezTo>
                        <a:pt x="200943" y="-1015"/>
                        <a:pt x="270952" y="-9873"/>
                        <a:pt x="280192" y="1203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3" name="Google Shape;791;p32">
                <a:extLst>
                  <a:ext uri="{FF2B5EF4-FFF2-40B4-BE49-F238E27FC236}">
                    <a16:creationId xmlns:a16="http://schemas.microsoft.com/office/drawing/2014/main" id="{5D042997-7857-FDA5-D317-82EE8F728966}"/>
                  </a:ext>
                </a:extLst>
              </p:cNvPr>
              <p:cNvGrpSpPr/>
              <p:nvPr/>
            </p:nvGrpSpPr>
            <p:grpSpPr>
              <a:xfrm>
                <a:off x="7546182" y="2610490"/>
                <a:ext cx="807822" cy="840078"/>
                <a:chOff x="7546182" y="2610490"/>
                <a:chExt cx="807822" cy="840078"/>
              </a:xfrm>
            </p:grpSpPr>
            <p:sp>
              <p:nvSpPr>
                <p:cNvPr id="90" name="Google Shape;792;p32">
                  <a:extLst>
                    <a:ext uri="{FF2B5EF4-FFF2-40B4-BE49-F238E27FC236}">
                      <a16:creationId xmlns:a16="http://schemas.microsoft.com/office/drawing/2014/main" id="{BF912E9B-1F68-A4F2-4A1A-E3E492C32676}"/>
                    </a:ext>
                  </a:extLst>
                </p:cNvPr>
                <p:cNvSpPr/>
                <p:nvPr/>
              </p:nvSpPr>
              <p:spPr>
                <a:xfrm>
                  <a:off x="7728394" y="2614231"/>
                  <a:ext cx="285" cy="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" h="380" extrusionOk="0">
                      <a:moveTo>
                        <a:pt x="0" y="0"/>
                      </a:moveTo>
                      <a:lnTo>
                        <a:pt x="285" y="381"/>
                      </a:lnTo>
                      <a:cubicBezTo>
                        <a:pt x="285" y="381"/>
                        <a:pt x="285" y="95"/>
                        <a:pt x="0" y="0"/>
                      </a:cubicBezTo>
                      <a:close/>
                    </a:path>
                  </a:pathLst>
                </a:custGeom>
                <a:solidFill>
                  <a:srgbClr val="FFA719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" name="Google Shape;793;p32">
                  <a:extLst>
                    <a:ext uri="{FF2B5EF4-FFF2-40B4-BE49-F238E27FC236}">
                      <a16:creationId xmlns:a16="http://schemas.microsoft.com/office/drawing/2014/main" id="{5BC842B0-6867-235C-8A8C-99ADDFB68FDB}"/>
                    </a:ext>
                  </a:extLst>
                </p:cNvPr>
                <p:cNvSpPr/>
                <p:nvPr/>
              </p:nvSpPr>
              <p:spPr>
                <a:xfrm>
                  <a:off x="7547895" y="2614517"/>
                  <a:ext cx="806109" cy="8360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6109" h="836051" extrusionOk="0">
                      <a:moveTo>
                        <a:pt x="62199" y="452533"/>
                      </a:moveTo>
                      <a:lnTo>
                        <a:pt x="390811" y="823151"/>
                      </a:lnTo>
                      <a:cubicBezTo>
                        <a:pt x="395954" y="828865"/>
                        <a:pt x="402812" y="832771"/>
                        <a:pt x="410337" y="833914"/>
                      </a:cubicBezTo>
                      <a:cubicBezTo>
                        <a:pt x="441389" y="838867"/>
                        <a:pt x="528352" y="842296"/>
                        <a:pt x="637318" y="758666"/>
                      </a:cubicBezTo>
                      <a:cubicBezTo>
                        <a:pt x="647129" y="751142"/>
                        <a:pt x="657130" y="742950"/>
                        <a:pt x="667226" y="733997"/>
                      </a:cubicBezTo>
                      <a:cubicBezTo>
                        <a:pt x="781431" y="632746"/>
                        <a:pt x="802481" y="557975"/>
                        <a:pt x="805910" y="527018"/>
                      </a:cubicBezTo>
                      <a:cubicBezTo>
                        <a:pt x="806958" y="517779"/>
                        <a:pt x="803815" y="508635"/>
                        <a:pt x="797719" y="501682"/>
                      </a:cubicBezTo>
                      <a:lnTo>
                        <a:pt x="451485" y="111157"/>
                      </a:lnTo>
                      <a:cubicBezTo>
                        <a:pt x="352806" y="-95"/>
                        <a:pt x="243268" y="70294"/>
                        <a:pt x="243268" y="70294"/>
                      </a:cubicBezTo>
                      <a:lnTo>
                        <a:pt x="180975" y="0"/>
                      </a:lnTo>
                      <a:cubicBezTo>
                        <a:pt x="180404" y="8001"/>
                        <a:pt x="0" y="158020"/>
                        <a:pt x="0" y="158020"/>
                      </a:cubicBezTo>
                      <a:lnTo>
                        <a:pt x="59722" y="225457"/>
                      </a:lnTo>
                      <a:cubicBezTo>
                        <a:pt x="-40386" y="340995"/>
                        <a:pt x="62293" y="452533"/>
                        <a:pt x="62293" y="45253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" name="Google Shape;794;p32">
                  <a:extLst>
                    <a:ext uri="{FF2B5EF4-FFF2-40B4-BE49-F238E27FC236}">
                      <a16:creationId xmlns:a16="http://schemas.microsoft.com/office/drawing/2014/main" id="{C59B6C4A-9C59-E2E0-2D73-10D34467173C}"/>
                    </a:ext>
                  </a:extLst>
                </p:cNvPr>
                <p:cNvSpPr/>
                <p:nvPr/>
              </p:nvSpPr>
              <p:spPr>
                <a:xfrm>
                  <a:off x="7643431" y="2885027"/>
                  <a:ext cx="549020" cy="490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9020" h="490156" extrusionOk="0">
                      <a:moveTo>
                        <a:pt x="548926" y="269653"/>
                      </a:moveTo>
                      <a:lnTo>
                        <a:pt x="309848" y="0"/>
                      </a:lnTo>
                      <a:cubicBezTo>
                        <a:pt x="309848" y="0"/>
                        <a:pt x="162210" y="196120"/>
                        <a:pt x="0" y="219551"/>
                      </a:cubicBezTo>
                      <a:lnTo>
                        <a:pt x="239935" y="490157"/>
                      </a:lnTo>
                      <a:cubicBezTo>
                        <a:pt x="239935" y="490157"/>
                        <a:pt x="407384" y="467773"/>
                        <a:pt x="549021" y="26965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" name="Google Shape;795;p32">
                  <a:extLst>
                    <a:ext uri="{FF2B5EF4-FFF2-40B4-BE49-F238E27FC236}">
                      <a16:creationId xmlns:a16="http://schemas.microsoft.com/office/drawing/2014/main" id="{8EECAD43-85E2-6A91-BF00-EBDD0200B721}"/>
                    </a:ext>
                  </a:extLst>
                </p:cNvPr>
                <p:cNvSpPr/>
                <p:nvPr/>
              </p:nvSpPr>
              <p:spPr>
                <a:xfrm>
                  <a:off x="7728394" y="2614231"/>
                  <a:ext cx="285" cy="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" h="380" extrusionOk="0">
                      <a:moveTo>
                        <a:pt x="0" y="0"/>
                      </a:moveTo>
                      <a:lnTo>
                        <a:pt x="285" y="381"/>
                      </a:lnTo>
                      <a:cubicBezTo>
                        <a:pt x="285" y="381"/>
                        <a:pt x="285" y="95"/>
                        <a:pt x="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" name="Google Shape;796;p32">
                  <a:extLst>
                    <a:ext uri="{FF2B5EF4-FFF2-40B4-BE49-F238E27FC236}">
                      <a16:creationId xmlns:a16="http://schemas.microsoft.com/office/drawing/2014/main" id="{10C36AE2-6303-6F06-A144-92ABE62FF266}"/>
                    </a:ext>
                  </a:extLst>
                </p:cNvPr>
                <p:cNvSpPr/>
                <p:nvPr/>
              </p:nvSpPr>
              <p:spPr>
                <a:xfrm>
                  <a:off x="7549229" y="2614707"/>
                  <a:ext cx="217836" cy="2009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836" h="200977" extrusionOk="0">
                      <a:moveTo>
                        <a:pt x="217837" y="43053"/>
                      </a:moveTo>
                      <a:cubicBezTo>
                        <a:pt x="217837" y="43053"/>
                        <a:pt x="157543" y="163544"/>
                        <a:pt x="37433" y="200978"/>
                      </a:cubicBezTo>
                      <a:lnTo>
                        <a:pt x="0" y="159353"/>
                      </a:lnTo>
                      <a:lnTo>
                        <a:pt x="179737" y="0"/>
                      </a:lnTo>
                      <a:lnTo>
                        <a:pt x="217837" y="43053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" name="Google Shape;797;p32">
                  <a:extLst>
                    <a:ext uri="{FF2B5EF4-FFF2-40B4-BE49-F238E27FC236}">
                      <a16:creationId xmlns:a16="http://schemas.microsoft.com/office/drawing/2014/main" id="{AC1A0B31-BE4A-ECA5-D7A7-8B39474F42B6}"/>
                    </a:ext>
                  </a:extLst>
                </p:cNvPr>
                <p:cNvSpPr/>
                <p:nvPr/>
              </p:nvSpPr>
              <p:spPr>
                <a:xfrm>
                  <a:off x="7547800" y="2614517"/>
                  <a:ext cx="637413" cy="8360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7413" h="836051" extrusionOk="0">
                      <a:moveTo>
                        <a:pt x="62294" y="452533"/>
                      </a:moveTo>
                      <a:lnTo>
                        <a:pt x="390906" y="823151"/>
                      </a:lnTo>
                      <a:cubicBezTo>
                        <a:pt x="396050" y="828865"/>
                        <a:pt x="402907" y="832771"/>
                        <a:pt x="410433" y="833914"/>
                      </a:cubicBezTo>
                      <a:cubicBezTo>
                        <a:pt x="441484" y="838867"/>
                        <a:pt x="528447" y="842296"/>
                        <a:pt x="637413" y="758666"/>
                      </a:cubicBezTo>
                      <a:cubicBezTo>
                        <a:pt x="604171" y="749141"/>
                        <a:pt x="564832" y="748475"/>
                        <a:pt x="530162" y="743426"/>
                      </a:cubicBezTo>
                      <a:cubicBezTo>
                        <a:pt x="448723" y="731520"/>
                        <a:pt x="375571" y="684371"/>
                        <a:pt x="318802" y="624840"/>
                      </a:cubicBezTo>
                      <a:cubicBezTo>
                        <a:pt x="262033" y="565309"/>
                        <a:pt x="219646" y="493585"/>
                        <a:pt x="179547" y="421767"/>
                      </a:cubicBezTo>
                      <a:cubicBezTo>
                        <a:pt x="147924" y="365188"/>
                        <a:pt x="114967" y="302038"/>
                        <a:pt x="115253" y="235553"/>
                      </a:cubicBezTo>
                      <a:cubicBezTo>
                        <a:pt x="115538" y="157163"/>
                        <a:pt x="167640" y="114681"/>
                        <a:pt x="210312" y="56578"/>
                      </a:cubicBezTo>
                      <a:cubicBezTo>
                        <a:pt x="213551" y="52102"/>
                        <a:pt x="216598" y="47720"/>
                        <a:pt x="219266" y="43243"/>
                      </a:cubicBezTo>
                      <a:lnTo>
                        <a:pt x="180975" y="0"/>
                      </a:lnTo>
                      <a:cubicBezTo>
                        <a:pt x="180404" y="8001"/>
                        <a:pt x="0" y="158020"/>
                        <a:pt x="0" y="158020"/>
                      </a:cubicBezTo>
                      <a:lnTo>
                        <a:pt x="59722" y="225457"/>
                      </a:lnTo>
                      <a:cubicBezTo>
                        <a:pt x="-40386" y="340995"/>
                        <a:pt x="62294" y="452533"/>
                        <a:pt x="62294" y="452533"/>
                      </a:cubicBezTo>
                      <a:close/>
                    </a:path>
                  </a:pathLst>
                </a:custGeom>
                <a:solidFill>
                  <a:srgbClr val="000000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6" name="Google Shape;798;p32">
                  <a:extLst>
                    <a:ext uri="{FF2B5EF4-FFF2-40B4-BE49-F238E27FC236}">
                      <a16:creationId xmlns:a16="http://schemas.microsoft.com/office/drawing/2014/main" id="{32233053-7660-E359-8E7A-B1DB0F3B8314}"/>
                    </a:ext>
                  </a:extLst>
                </p:cNvPr>
                <p:cNvGrpSpPr/>
                <p:nvPr/>
              </p:nvGrpSpPr>
              <p:grpSpPr>
                <a:xfrm>
                  <a:off x="7546182" y="2610490"/>
                  <a:ext cx="185734" cy="167788"/>
                  <a:chOff x="7546182" y="2610490"/>
                  <a:chExt cx="185734" cy="167788"/>
                </a:xfrm>
              </p:grpSpPr>
              <p:sp>
                <p:nvSpPr>
                  <p:cNvPr id="97" name="Google Shape;799;p32">
                    <a:extLst>
                      <a:ext uri="{FF2B5EF4-FFF2-40B4-BE49-F238E27FC236}">
                        <a16:creationId xmlns:a16="http://schemas.microsoft.com/office/drawing/2014/main" id="{0B141C7D-D886-09AD-E91F-BD3057F4BA94}"/>
                      </a:ext>
                    </a:extLst>
                  </p:cNvPr>
                  <p:cNvSpPr/>
                  <p:nvPr/>
                </p:nvSpPr>
                <p:spPr>
                  <a:xfrm>
                    <a:off x="7546277" y="2610490"/>
                    <a:ext cx="185639" cy="1677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5639" h="167788" extrusionOk="0">
                        <a:moveTo>
                          <a:pt x="2951" y="163571"/>
                        </a:moveTo>
                        <a:cubicBezTo>
                          <a:pt x="15715" y="178049"/>
                          <a:pt x="66388" y="154046"/>
                          <a:pt x="116013" y="110040"/>
                        </a:cubicBezTo>
                        <a:cubicBezTo>
                          <a:pt x="165639" y="66035"/>
                          <a:pt x="195452" y="18600"/>
                          <a:pt x="182688" y="4218"/>
                        </a:cubicBezTo>
                        <a:cubicBezTo>
                          <a:pt x="169924" y="-10260"/>
                          <a:pt x="119252" y="13743"/>
                          <a:pt x="69626" y="57748"/>
                        </a:cubicBezTo>
                        <a:cubicBezTo>
                          <a:pt x="20001" y="101754"/>
                          <a:pt x="-9812" y="149093"/>
                          <a:pt x="2951" y="16357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8" name="Google Shape;800;p32">
                    <a:extLst>
                      <a:ext uri="{FF2B5EF4-FFF2-40B4-BE49-F238E27FC236}">
                        <a16:creationId xmlns:a16="http://schemas.microsoft.com/office/drawing/2014/main" id="{9AE093C9-CA99-F285-7551-8956A1C16DF8}"/>
                      </a:ext>
                    </a:extLst>
                  </p:cNvPr>
                  <p:cNvSpPr/>
                  <p:nvPr/>
                </p:nvSpPr>
                <p:spPr>
                  <a:xfrm>
                    <a:off x="7546182" y="2610490"/>
                    <a:ext cx="185164" cy="166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5164" h="166523" extrusionOk="0">
                        <a:moveTo>
                          <a:pt x="76485" y="65368"/>
                        </a:moveTo>
                        <a:cubicBezTo>
                          <a:pt x="31336" y="105373"/>
                          <a:pt x="2571" y="148236"/>
                          <a:pt x="7333" y="166524"/>
                        </a:cubicBezTo>
                        <a:cubicBezTo>
                          <a:pt x="5619" y="165857"/>
                          <a:pt x="4094" y="164809"/>
                          <a:pt x="2951" y="163571"/>
                        </a:cubicBezTo>
                        <a:cubicBezTo>
                          <a:pt x="-9812" y="149093"/>
                          <a:pt x="20001" y="101754"/>
                          <a:pt x="69626" y="57748"/>
                        </a:cubicBezTo>
                        <a:cubicBezTo>
                          <a:pt x="119252" y="13743"/>
                          <a:pt x="169925" y="-10260"/>
                          <a:pt x="182688" y="4218"/>
                        </a:cubicBezTo>
                        <a:cubicBezTo>
                          <a:pt x="183831" y="5551"/>
                          <a:pt x="184593" y="7075"/>
                          <a:pt x="185165" y="8885"/>
                        </a:cubicBezTo>
                        <a:cubicBezTo>
                          <a:pt x="167544" y="1932"/>
                          <a:pt x="121633" y="25363"/>
                          <a:pt x="76485" y="65368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54" name="Google Shape;801;p32">
                <a:extLst>
                  <a:ext uri="{FF2B5EF4-FFF2-40B4-BE49-F238E27FC236}">
                    <a16:creationId xmlns:a16="http://schemas.microsoft.com/office/drawing/2014/main" id="{50366729-614D-73EF-22BA-A6240E90F8E4}"/>
                  </a:ext>
                </a:extLst>
              </p:cNvPr>
              <p:cNvGrpSpPr/>
              <p:nvPr/>
            </p:nvGrpSpPr>
            <p:grpSpPr>
              <a:xfrm>
                <a:off x="7315071" y="2658523"/>
                <a:ext cx="223465" cy="134205"/>
                <a:chOff x="7315071" y="2658523"/>
                <a:chExt cx="223465" cy="134205"/>
              </a:xfrm>
            </p:grpSpPr>
            <p:sp>
              <p:nvSpPr>
                <p:cNvPr id="85" name="Google Shape;802;p32">
                  <a:extLst>
                    <a:ext uri="{FF2B5EF4-FFF2-40B4-BE49-F238E27FC236}">
                      <a16:creationId xmlns:a16="http://schemas.microsoft.com/office/drawing/2014/main" id="{D31DFF24-994D-C062-6CF9-1A110188BFC2}"/>
                    </a:ext>
                  </a:extLst>
                </p:cNvPr>
                <p:cNvSpPr/>
                <p:nvPr/>
              </p:nvSpPr>
              <p:spPr>
                <a:xfrm>
                  <a:off x="7315071" y="2676334"/>
                  <a:ext cx="124783" cy="1163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783" h="116394" extrusionOk="0">
                      <a:moveTo>
                        <a:pt x="124783" y="98584"/>
                      </a:moveTo>
                      <a:lnTo>
                        <a:pt x="64109" y="114681"/>
                      </a:lnTo>
                      <a:cubicBezTo>
                        <a:pt x="50584" y="118300"/>
                        <a:pt x="36772" y="116015"/>
                        <a:pt x="25438" y="109442"/>
                      </a:cubicBezTo>
                      <a:cubicBezTo>
                        <a:pt x="14103" y="102870"/>
                        <a:pt x="5340" y="92012"/>
                        <a:pt x="1721" y="78486"/>
                      </a:cubicBezTo>
                      <a:cubicBezTo>
                        <a:pt x="101" y="72295"/>
                        <a:pt x="-375" y="66008"/>
                        <a:pt x="292" y="60008"/>
                      </a:cubicBezTo>
                      <a:cubicBezTo>
                        <a:pt x="2482" y="39624"/>
                        <a:pt x="17056" y="21717"/>
                        <a:pt x="37915" y="16097"/>
                      </a:cubicBezTo>
                      <a:lnTo>
                        <a:pt x="98590" y="0"/>
                      </a:lnTo>
                      <a:lnTo>
                        <a:pt x="124688" y="98584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" name="Google Shape;803;p32">
                  <a:extLst>
                    <a:ext uri="{FF2B5EF4-FFF2-40B4-BE49-F238E27FC236}">
                      <a16:creationId xmlns:a16="http://schemas.microsoft.com/office/drawing/2014/main" id="{C7670353-43D2-47B9-72B1-C49BDF533D7E}"/>
                    </a:ext>
                  </a:extLst>
                </p:cNvPr>
                <p:cNvSpPr/>
                <p:nvPr/>
              </p:nvSpPr>
              <p:spPr>
                <a:xfrm>
                  <a:off x="7462646" y="2676239"/>
                  <a:ext cx="33052" cy="98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52" h="98869" extrusionOk="0">
                      <a:moveTo>
                        <a:pt x="32957" y="98774"/>
                      </a:moveTo>
                      <a:lnTo>
                        <a:pt x="32671" y="98774"/>
                      </a:lnTo>
                      <a:cubicBezTo>
                        <a:pt x="32671" y="98774"/>
                        <a:pt x="32195" y="98679"/>
                        <a:pt x="32195" y="98679"/>
                      </a:cubicBezTo>
                      <a:cubicBezTo>
                        <a:pt x="30385" y="92964"/>
                        <a:pt x="28766" y="87630"/>
                        <a:pt x="27337" y="82772"/>
                      </a:cubicBezTo>
                      <a:cubicBezTo>
                        <a:pt x="15812" y="45053"/>
                        <a:pt x="11525" y="30385"/>
                        <a:pt x="0" y="1905"/>
                      </a:cubicBezTo>
                      <a:cubicBezTo>
                        <a:pt x="0" y="1905"/>
                        <a:pt x="0" y="1905"/>
                        <a:pt x="0" y="1810"/>
                      </a:cubicBezTo>
                      <a:lnTo>
                        <a:pt x="6858" y="0"/>
                      </a:lnTo>
                      <a:lnTo>
                        <a:pt x="33052" y="98870"/>
                      </a:lnTo>
                      <a:close/>
                    </a:path>
                  </a:pathLst>
                </a:custGeom>
                <a:solidFill>
                  <a:srgbClr val="235196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" name="Google Shape;804;p32">
                  <a:extLst>
                    <a:ext uri="{FF2B5EF4-FFF2-40B4-BE49-F238E27FC236}">
                      <a16:creationId xmlns:a16="http://schemas.microsoft.com/office/drawing/2014/main" id="{C810DD7C-F3D2-6CD6-63AC-80CD423E3196}"/>
                    </a:ext>
                  </a:extLst>
                </p:cNvPr>
                <p:cNvSpPr/>
                <p:nvPr/>
              </p:nvSpPr>
              <p:spPr>
                <a:xfrm>
                  <a:off x="7413756" y="2658523"/>
                  <a:ext cx="124780" cy="1163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780" h="116394" extrusionOk="0">
                      <a:moveTo>
                        <a:pt x="86773" y="100297"/>
                      </a:moveTo>
                      <a:lnTo>
                        <a:pt x="26098" y="116395"/>
                      </a:lnTo>
                      <a:lnTo>
                        <a:pt x="0" y="17811"/>
                      </a:lnTo>
                      <a:lnTo>
                        <a:pt x="60674" y="1714"/>
                      </a:lnTo>
                      <a:cubicBezTo>
                        <a:pt x="74200" y="-1906"/>
                        <a:pt x="88011" y="380"/>
                        <a:pt x="99346" y="6952"/>
                      </a:cubicBezTo>
                      <a:cubicBezTo>
                        <a:pt x="110680" y="13525"/>
                        <a:pt x="119443" y="24383"/>
                        <a:pt x="123063" y="37909"/>
                      </a:cubicBezTo>
                      <a:cubicBezTo>
                        <a:pt x="123349" y="38861"/>
                        <a:pt x="123539" y="39718"/>
                        <a:pt x="123730" y="40671"/>
                      </a:cubicBezTo>
                      <a:cubicBezTo>
                        <a:pt x="129159" y="66960"/>
                        <a:pt x="113062" y="93344"/>
                        <a:pt x="86868" y="10029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" name="Google Shape;805;p32">
                  <a:extLst>
                    <a:ext uri="{FF2B5EF4-FFF2-40B4-BE49-F238E27FC236}">
                      <a16:creationId xmlns:a16="http://schemas.microsoft.com/office/drawing/2014/main" id="{8C1C35F2-8E22-D698-5E49-D9195E29BB80}"/>
                    </a:ext>
                  </a:extLst>
                </p:cNvPr>
                <p:cNvSpPr/>
                <p:nvPr/>
              </p:nvSpPr>
              <p:spPr>
                <a:xfrm>
                  <a:off x="7315166" y="2699384"/>
                  <a:ext cx="223275" cy="93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275" h="93344" extrusionOk="0">
                      <a:moveTo>
                        <a:pt x="124784" y="75629"/>
                      </a:moveTo>
                      <a:lnTo>
                        <a:pt x="124498" y="75629"/>
                      </a:lnTo>
                      <a:cubicBezTo>
                        <a:pt x="124498" y="75629"/>
                        <a:pt x="64109" y="91631"/>
                        <a:pt x="64109" y="91631"/>
                      </a:cubicBezTo>
                      <a:cubicBezTo>
                        <a:pt x="50584" y="95250"/>
                        <a:pt x="36773" y="92964"/>
                        <a:pt x="25438" y="86392"/>
                      </a:cubicBezTo>
                      <a:cubicBezTo>
                        <a:pt x="14103" y="79820"/>
                        <a:pt x="5340" y="68961"/>
                        <a:pt x="1720" y="55436"/>
                      </a:cubicBezTo>
                      <a:cubicBezTo>
                        <a:pt x="101" y="49244"/>
                        <a:pt x="-375" y="42958"/>
                        <a:pt x="292" y="36957"/>
                      </a:cubicBezTo>
                      <a:cubicBezTo>
                        <a:pt x="3435" y="37814"/>
                        <a:pt x="6578" y="38862"/>
                        <a:pt x="9531" y="40100"/>
                      </a:cubicBezTo>
                      <a:cubicBezTo>
                        <a:pt x="30963" y="48292"/>
                        <a:pt x="51822" y="58865"/>
                        <a:pt x="74491" y="62198"/>
                      </a:cubicBezTo>
                      <a:cubicBezTo>
                        <a:pt x="89350" y="64389"/>
                        <a:pt x="104400" y="63246"/>
                        <a:pt x="119069" y="59817"/>
                      </a:cubicBezTo>
                      <a:cubicBezTo>
                        <a:pt x="119545" y="59722"/>
                        <a:pt x="120021" y="59627"/>
                        <a:pt x="120402" y="59531"/>
                      </a:cubicBezTo>
                      <a:cubicBezTo>
                        <a:pt x="133070" y="56388"/>
                        <a:pt x="145453" y="51530"/>
                        <a:pt x="156978" y="45529"/>
                      </a:cubicBezTo>
                      <a:cubicBezTo>
                        <a:pt x="169837" y="38862"/>
                        <a:pt x="181838" y="30766"/>
                        <a:pt x="193364" y="22003"/>
                      </a:cubicBezTo>
                      <a:cubicBezTo>
                        <a:pt x="202031" y="15431"/>
                        <a:pt x="210985" y="4858"/>
                        <a:pt x="221081" y="476"/>
                      </a:cubicBezTo>
                      <a:cubicBezTo>
                        <a:pt x="221463" y="286"/>
                        <a:pt x="221843" y="191"/>
                        <a:pt x="222224" y="0"/>
                      </a:cubicBezTo>
                      <a:cubicBezTo>
                        <a:pt x="227653" y="26289"/>
                        <a:pt x="211556" y="52673"/>
                        <a:pt x="185362" y="59627"/>
                      </a:cubicBezTo>
                      <a:lnTo>
                        <a:pt x="124688" y="75724"/>
                      </a:lnTo>
                      <a:lnTo>
                        <a:pt x="124688" y="75724"/>
                      </a:lnTo>
                      <a:close/>
                    </a:path>
                  </a:pathLst>
                </a:custGeom>
                <a:solidFill>
                  <a:srgbClr val="000000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" name="Google Shape;806;p32">
                  <a:extLst>
                    <a:ext uri="{FF2B5EF4-FFF2-40B4-BE49-F238E27FC236}">
                      <a16:creationId xmlns:a16="http://schemas.microsoft.com/office/drawing/2014/main" id="{EE4152DE-109A-C7F2-05A1-E44BA551FD5C}"/>
                    </a:ext>
                  </a:extLst>
                </p:cNvPr>
                <p:cNvSpPr/>
                <p:nvPr/>
              </p:nvSpPr>
              <p:spPr>
                <a:xfrm>
                  <a:off x="7459726" y="2667011"/>
                  <a:ext cx="57584" cy="213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584" h="21303" extrusionOk="0">
                      <a:moveTo>
                        <a:pt x="10514" y="1227"/>
                      </a:moveTo>
                      <a:cubicBezTo>
                        <a:pt x="5942" y="2084"/>
                        <a:pt x="608" y="4275"/>
                        <a:pt x="36" y="8942"/>
                      </a:cubicBezTo>
                      <a:cubicBezTo>
                        <a:pt x="-440" y="13228"/>
                        <a:pt x="3846" y="16657"/>
                        <a:pt x="8037" y="17229"/>
                      </a:cubicBezTo>
                      <a:cubicBezTo>
                        <a:pt x="12228" y="17800"/>
                        <a:pt x="16514" y="16371"/>
                        <a:pt x="20706" y="15704"/>
                      </a:cubicBezTo>
                      <a:cubicBezTo>
                        <a:pt x="28421" y="14466"/>
                        <a:pt x="36517" y="15704"/>
                        <a:pt x="43566" y="19038"/>
                      </a:cubicBezTo>
                      <a:cubicBezTo>
                        <a:pt x="49090" y="21705"/>
                        <a:pt x="55853" y="23515"/>
                        <a:pt x="57377" y="15514"/>
                      </a:cubicBezTo>
                      <a:cubicBezTo>
                        <a:pt x="58519" y="9704"/>
                        <a:pt x="54805" y="7227"/>
                        <a:pt x="49947" y="5418"/>
                      </a:cubicBezTo>
                      <a:cubicBezTo>
                        <a:pt x="36993" y="369"/>
                        <a:pt x="24230" y="-1440"/>
                        <a:pt x="10514" y="1227"/>
                      </a:cubicBezTo>
                      <a:close/>
                    </a:path>
                  </a:pathLst>
                </a:custGeom>
                <a:solidFill>
                  <a:srgbClr val="FFFFFF">
                    <a:alpha val="2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5" name="Google Shape;807;p32">
                <a:extLst>
                  <a:ext uri="{FF2B5EF4-FFF2-40B4-BE49-F238E27FC236}">
                    <a16:creationId xmlns:a16="http://schemas.microsoft.com/office/drawing/2014/main" id="{9304F1FB-711B-97B4-3094-24A05BFBE992}"/>
                  </a:ext>
                </a:extLst>
              </p:cNvPr>
              <p:cNvGrpSpPr/>
              <p:nvPr/>
            </p:nvGrpSpPr>
            <p:grpSpPr>
              <a:xfrm>
                <a:off x="7834577" y="2163183"/>
                <a:ext cx="135487" cy="223042"/>
                <a:chOff x="7834577" y="2163183"/>
                <a:chExt cx="135487" cy="223042"/>
              </a:xfrm>
            </p:grpSpPr>
            <p:sp>
              <p:nvSpPr>
                <p:cNvPr id="80" name="Google Shape;808;p32">
                  <a:extLst>
                    <a:ext uri="{FF2B5EF4-FFF2-40B4-BE49-F238E27FC236}">
                      <a16:creationId xmlns:a16="http://schemas.microsoft.com/office/drawing/2014/main" id="{2844944E-1673-9333-17D8-124C9F25ECA8}"/>
                    </a:ext>
                  </a:extLst>
                </p:cNvPr>
                <p:cNvSpPr/>
                <p:nvPr/>
              </p:nvSpPr>
              <p:spPr>
                <a:xfrm>
                  <a:off x="7834577" y="2163183"/>
                  <a:ext cx="116892" cy="1251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92" h="125198" extrusionOk="0">
                      <a:moveTo>
                        <a:pt x="18595" y="125198"/>
                      </a:moveTo>
                      <a:lnTo>
                        <a:pt x="1831" y="64714"/>
                      </a:lnTo>
                      <a:cubicBezTo>
                        <a:pt x="-1884" y="51189"/>
                        <a:pt x="212" y="37378"/>
                        <a:pt x="6689" y="25948"/>
                      </a:cubicBezTo>
                      <a:cubicBezTo>
                        <a:pt x="13165" y="14518"/>
                        <a:pt x="23929" y="5659"/>
                        <a:pt x="37359" y="1849"/>
                      </a:cubicBezTo>
                      <a:cubicBezTo>
                        <a:pt x="43550" y="135"/>
                        <a:pt x="49837" y="-341"/>
                        <a:pt x="55838" y="230"/>
                      </a:cubicBezTo>
                      <a:cubicBezTo>
                        <a:pt x="76221" y="2230"/>
                        <a:pt x="94319" y="16518"/>
                        <a:pt x="100129" y="37378"/>
                      </a:cubicBezTo>
                      <a:lnTo>
                        <a:pt x="116893" y="97861"/>
                      </a:lnTo>
                      <a:lnTo>
                        <a:pt x="18595" y="12510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" name="Google Shape;809;p32">
                  <a:extLst>
                    <a:ext uri="{FF2B5EF4-FFF2-40B4-BE49-F238E27FC236}">
                      <a16:creationId xmlns:a16="http://schemas.microsoft.com/office/drawing/2014/main" id="{61CFB083-05F5-A1BD-CDB0-D013AFD6954F}"/>
                    </a:ext>
                  </a:extLst>
                </p:cNvPr>
                <p:cNvSpPr/>
                <p:nvPr/>
              </p:nvSpPr>
              <p:spPr>
                <a:xfrm>
                  <a:off x="7852981" y="2254281"/>
                  <a:ext cx="98583" cy="34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583" h="34194" extrusionOk="0">
                      <a:moveTo>
                        <a:pt x="95" y="34100"/>
                      </a:moveTo>
                      <a:lnTo>
                        <a:pt x="95" y="33814"/>
                      </a:lnTo>
                      <a:cubicBezTo>
                        <a:pt x="95" y="33814"/>
                        <a:pt x="95" y="33338"/>
                        <a:pt x="95" y="33338"/>
                      </a:cubicBezTo>
                      <a:cubicBezTo>
                        <a:pt x="5810" y="31528"/>
                        <a:pt x="11049" y="29813"/>
                        <a:pt x="16002" y="28289"/>
                      </a:cubicBezTo>
                      <a:cubicBezTo>
                        <a:pt x="53626" y="16288"/>
                        <a:pt x="68199" y="11811"/>
                        <a:pt x="96583" y="0"/>
                      </a:cubicBezTo>
                      <a:cubicBezTo>
                        <a:pt x="96583" y="0"/>
                        <a:pt x="96583" y="0"/>
                        <a:pt x="96678" y="0"/>
                      </a:cubicBezTo>
                      <a:lnTo>
                        <a:pt x="98584" y="6858"/>
                      </a:lnTo>
                      <a:lnTo>
                        <a:pt x="0" y="34195"/>
                      </a:lnTo>
                      <a:close/>
                    </a:path>
                  </a:pathLst>
                </a:custGeom>
                <a:solidFill>
                  <a:srgbClr val="235196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" name="Google Shape;810;p32">
                  <a:extLst>
                    <a:ext uri="{FF2B5EF4-FFF2-40B4-BE49-F238E27FC236}">
                      <a16:creationId xmlns:a16="http://schemas.microsoft.com/office/drawing/2014/main" id="{EFC07E0E-22EB-354C-0A59-CCEDC0F09C56}"/>
                    </a:ext>
                  </a:extLst>
                </p:cNvPr>
                <p:cNvSpPr/>
                <p:nvPr/>
              </p:nvSpPr>
              <p:spPr>
                <a:xfrm>
                  <a:off x="7853171" y="2261044"/>
                  <a:ext cx="116893" cy="1251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93" h="125181" extrusionOk="0">
                      <a:moveTo>
                        <a:pt x="16764" y="87725"/>
                      </a:moveTo>
                      <a:lnTo>
                        <a:pt x="0" y="27242"/>
                      </a:lnTo>
                      <a:lnTo>
                        <a:pt x="98298" y="0"/>
                      </a:lnTo>
                      <a:lnTo>
                        <a:pt x="115062" y="60484"/>
                      </a:lnTo>
                      <a:cubicBezTo>
                        <a:pt x="118777" y="74009"/>
                        <a:pt x="116681" y="87821"/>
                        <a:pt x="110204" y="99251"/>
                      </a:cubicBezTo>
                      <a:cubicBezTo>
                        <a:pt x="103727" y="110681"/>
                        <a:pt x="92964" y="119539"/>
                        <a:pt x="79439" y="123349"/>
                      </a:cubicBezTo>
                      <a:cubicBezTo>
                        <a:pt x="78581" y="123635"/>
                        <a:pt x="77629" y="123825"/>
                        <a:pt x="76771" y="124015"/>
                      </a:cubicBezTo>
                      <a:cubicBezTo>
                        <a:pt x="50578" y="129731"/>
                        <a:pt x="23908" y="113919"/>
                        <a:pt x="16669" y="8782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" name="Google Shape;811;p32">
                  <a:extLst>
                    <a:ext uri="{FF2B5EF4-FFF2-40B4-BE49-F238E27FC236}">
                      <a16:creationId xmlns:a16="http://schemas.microsoft.com/office/drawing/2014/main" id="{0101BFD8-53C0-FEDF-BCFE-756735C2E2B8}"/>
                    </a:ext>
                  </a:extLst>
                </p:cNvPr>
                <p:cNvSpPr/>
                <p:nvPr/>
              </p:nvSpPr>
              <p:spPr>
                <a:xfrm>
                  <a:off x="7834577" y="2163183"/>
                  <a:ext cx="95556" cy="2228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556" h="222852" extrusionOk="0">
                      <a:moveTo>
                        <a:pt x="18499" y="125198"/>
                      </a:moveTo>
                      <a:lnTo>
                        <a:pt x="18499" y="124912"/>
                      </a:lnTo>
                      <a:cubicBezTo>
                        <a:pt x="18499" y="124912"/>
                        <a:pt x="1831" y="64714"/>
                        <a:pt x="1831" y="64714"/>
                      </a:cubicBezTo>
                      <a:cubicBezTo>
                        <a:pt x="-1884" y="51189"/>
                        <a:pt x="212" y="37378"/>
                        <a:pt x="6689" y="25948"/>
                      </a:cubicBezTo>
                      <a:cubicBezTo>
                        <a:pt x="13165" y="14518"/>
                        <a:pt x="23929" y="5659"/>
                        <a:pt x="37359" y="1849"/>
                      </a:cubicBezTo>
                      <a:cubicBezTo>
                        <a:pt x="43550" y="135"/>
                        <a:pt x="49837" y="-341"/>
                        <a:pt x="55838" y="230"/>
                      </a:cubicBezTo>
                      <a:cubicBezTo>
                        <a:pt x="55076" y="3373"/>
                        <a:pt x="53933" y="6517"/>
                        <a:pt x="52885" y="9565"/>
                      </a:cubicBezTo>
                      <a:cubicBezTo>
                        <a:pt x="44884" y="31091"/>
                        <a:pt x="34597" y="52046"/>
                        <a:pt x="31549" y="74716"/>
                      </a:cubicBezTo>
                      <a:cubicBezTo>
                        <a:pt x="29549" y="89575"/>
                        <a:pt x="30882" y="104624"/>
                        <a:pt x="34502" y="119197"/>
                      </a:cubicBezTo>
                      <a:cubicBezTo>
                        <a:pt x="34597" y="119674"/>
                        <a:pt x="34692" y="120150"/>
                        <a:pt x="34883" y="120531"/>
                      </a:cubicBezTo>
                      <a:cubicBezTo>
                        <a:pt x="38121" y="133199"/>
                        <a:pt x="43169" y="145486"/>
                        <a:pt x="49361" y="157012"/>
                      </a:cubicBezTo>
                      <a:cubicBezTo>
                        <a:pt x="56219" y="169775"/>
                        <a:pt x="64410" y="181777"/>
                        <a:pt x="73268" y="193111"/>
                      </a:cubicBezTo>
                      <a:cubicBezTo>
                        <a:pt x="79936" y="201779"/>
                        <a:pt x="90604" y="210447"/>
                        <a:pt x="95081" y="220543"/>
                      </a:cubicBezTo>
                      <a:cubicBezTo>
                        <a:pt x="95271" y="220924"/>
                        <a:pt x="95366" y="221305"/>
                        <a:pt x="95557" y="221686"/>
                      </a:cubicBezTo>
                      <a:cubicBezTo>
                        <a:pt x="69363" y="227401"/>
                        <a:pt x="42693" y="211590"/>
                        <a:pt x="35454" y="185491"/>
                      </a:cubicBezTo>
                      <a:lnTo>
                        <a:pt x="18690" y="125008"/>
                      </a:lnTo>
                      <a:lnTo>
                        <a:pt x="18595" y="125008"/>
                      </a:lnTo>
                      <a:close/>
                    </a:path>
                  </a:pathLst>
                </a:custGeom>
                <a:solidFill>
                  <a:srgbClr val="000000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" name="Google Shape;812;p32">
                  <a:extLst>
                    <a:ext uri="{FF2B5EF4-FFF2-40B4-BE49-F238E27FC236}">
                      <a16:creationId xmlns:a16="http://schemas.microsoft.com/office/drawing/2014/main" id="{2A68F196-AB88-302F-356E-5D687F5C7379}"/>
                    </a:ext>
                  </a:extLst>
                </p:cNvPr>
                <p:cNvSpPr/>
                <p:nvPr/>
              </p:nvSpPr>
              <p:spPr>
                <a:xfrm>
                  <a:off x="7940649" y="2307014"/>
                  <a:ext cx="20970" cy="575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70" h="57554" extrusionOk="0">
                      <a:moveTo>
                        <a:pt x="19583" y="10418"/>
                      </a:moveTo>
                      <a:cubicBezTo>
                        <a:pt x="18631" y="5846"/>
                        <a:pt x="16345" y="512"/>
                        <a:pt x="11773" y="36"/>
                      </a:cubicBezTo>
                      <a:cubicBezTo>
                        <a:pt x="7487" y="-441"/>
                        <a:pt x="4058" y="3941"/>
                        <a:pt x="3581" y="8132"/>
                      </a:cubicBezTo>
                      <a:cubicBezTo>
                        <a:pt x="3105" y="12418"/>
                        <a:pt x="4534" y="16609"/>
                        <a:pt x="5201" y="20800"/>
                      </a:cubicBezTo>
                      <a:cubicBezTo>
                        <a:pt x="6534" y="28515"/>
                        <a:pt x="5486" y="36612"/>
                        <a:pt x="2153" y="43660"/>
                      </a:cubicBezTo>
                      <a:cubicBezTo>
                        <a:pt x="-419" y="49185"/>
                        <a:pt x="-2134" y="55947"/>
                        <a:pt x="5772" y="57376"/>
                      </a:cubicBezTo>
                      <a:cubicBezTo>
                        <a:pt x="11582" y="58424"/>
                        <a:pt x="13964" y="54709"/>
                        <a:pt x="15869" y="49851"/>
                      </a:cubicBezTo>
                      <a:cubicBezTo>
                        <a:pt x="20727" y="36802"/>
                        <a:pt x="22441" y="24134"/>
                        <a:pt x="19583" y="10323"/>
                      </a:cubicBezTo>
                      <a:close/>
                    </a:path>
                  </a:pathLst>
                </a:custGeom>
                <a:solidFill>
                  <a:srgbClr val="FFFFF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6" name="Google Shape;813;p32">
                <a:extLst>
                  <a:ext uri="{FF2B5EF4-FFF2-40B4-BE49-F238E27FC236}">
                    <a16:creationId xmlns:a16="http://schemas.microsoft.com/office/drawing/2014/main" id="{B0BAB0CE-1EB7-AED8-B4FE-74188FF2152C}"/>
                  </a:ext>
                </a:extLst>
              </p:cNvPr>
              <p:cNvGrpSpPr/>
              <p:nvPr/>
            </p:nvGrpSpPr>
            <p:grpSpPr>
              <a:xfrm>
                <a:off x="7236837" y="3087387"/>
                <a:ext cx="216509" cy="153349"/>
                <a:chOff x="7236837" y="3087387"/>
                <a:chExt cx="216509" cy="153349"/>
              </a:xfrm>
            </p:grpSpPr>
            <p:sp>
              <p:nvSpPr>
                <p:cNvPr id="75" name="Google Shape;814;p32">
                  <a:extLst>
                    <a:ext uri="{FF2B5EF4-FFF2-40B4-BE49-F238E27FC236}">
                      <a16:creationId xmlns:a16="http://schemas.microsoft.com/office/drawing/2014/main" id="{120562A1-026C-A928-0A67-40CA0032112C}"/>
                    </a:ext>
                  </a:extLst>
                </p:cNvPr>
                <p:cNvSpPr/>
                <p:nvPr/>
              </p:nvSpPr>
              <p:spPr>
                <a:xfrm>
                  <a:off x="7236837" y="3117532"/>
                  <a:ext cx="129130" cy="1231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130" h="123108" extrusionOk="0">
                      <a:moveTo>
                        <a:pt x="129130" y="93059"/>
                      </a:moveTo>
                      <a:lnTo>
                        <a:pt x="71885" y="118681"/>
                      </a:lnTo>
                      <a:cubicBezTo>
                        <a:pt x="59122" y="124396"/>
                        <a:pt x="45120" y="124396"/>
                        <a:pt x="32833" y="119729"/>
                      </a:cubicBezTo>
                      <a:cubicBezTo>
                        <a:pt x="20641" y="115062"/>
                        <a:pt x="10163" y="105823"/>
                        <a:pt x="4448" y="92964"/>
                      </a:cubicBezTo>
                      <a:cubicBezTo>
                        <a:pt x="1781" y="87058"/>
                        <a:pt x="353" y="80963"/>
                        <a:pt x="67" y="74962"/>
                      </a:cubicBezTo>
                      <a:cubicBezTo>
                        <a:pt x="-981" y="54483"/>
                        <a:pt x="10354" y="34385"/>
                        <a:pt x="30070" y="25622"/>
                      </a:cubicBezTo>
                      <a:lnTo>
                        <a:pt x="87316" y="0"/>
                      </a:lnTo>
                      <a:lnTo>
                        <a:pt x="129035" y="93154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" name="Google Shape;815;p32">
                  <a:extLst>
                    <a:ext uri="{FF2B5EF4-FFF2-40B4-BE49-F238E27FC236}">
                      <a16:creationId xmlns:a16="http://schemas.microsoft.com/office/drawing/2014/main" id="{1D069187-0985-917E-7138-701752B6DBFF}"/>
                    </a:ext>
                  </a:extLst>
                </p:cNvPr>
                <p:cNvSpPr/>
                <p:nvPr/>
              </p:nvSpPr>
              <p:spPr>
                <a:xfrm>
                  <a:off x="7317771" y="3117341"/>
                  <a:ext cx="48291" cy="93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91" h="93440" extrusionOk="0">
                      <a:moveTo>
                        <a:pt x="48292" y="93440"/>
                      </a:moveTo>
                      <a:lnTo>
                        <a:pt x="48006" y="93440"/>
                      </a:lnTo>
                      <a:cubicBezTo>
                        <a:pt x="48006" y="93440"/>
                        <a:pt x="47530" y="93440"/>
                        <a:pt x="47530" y="93440"/>
                      </a:cubicBezTo>
                      <a:cubicBezTo>
                        <a:pt x="44863" y="88011"/>
                        <a:pt x="42386" y="83058"/>
                        <a:pt x="40100" y="78486"/>
                      </a:cubicBezTo>
                      <a:cubicBezTo>
                        <a:pt x="22574" y="43148"/>
                        <a:pt x="16002" y="29337"/>
                        <a:pt x="0" y="3048"/>
                      </a:cubicBezTo>
                      <a:cubicBezTo>
                        <a:pt x="0" y="3048"/>
                        <a:pt x="0" y="3048"/>
                        <a:pt x="0" y="2953"/>
                      </a:cubicBezTo>
                      <a:lnTo>
                        <a:pt x="6477" y="0"/>
                      </a:lnTo>
                      <a:lnTo>
                        <a:pt x="48292" y="93345"/>
                      </a:lnTo>
                      <a:close/>
                    </a:path>
                  </a:pathLst>
                </a:custGeom>
                <a:solidFill>
                  <a:srgbClr val="235196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" name="Google Shape;816;p32">
                  <a:extLst>
                    <a:ext uri="{FF2B5EF4-FFF2-40B4-BE49-F238E27FC236}">
                      <a16:creationId xmlns:a16="http://schemas.microsoft.com/office/drawing/2014/main" id="{02E8F4D2-833A-6358-4D7E-FE3FEFDF555A}"/>
                    </a:ext>
                  </a:extLst>
                </p:cNvPr>
                <p:cNvSpPr/>
                <p:nvPr/>
              </p:nvSpPr>
              <p:spPr>
                <a:xfrm>
                  <a:off x="7324248" y="3087387"/>
                  <a:ext cx="129098" cy="1232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098" h="123203" extrusionOk="0">
                      <a:moveTo>
                        <a:pt x="98965" y="97582"/>
                      </a:moveTo>
                      <a:lnTo>
                        <a:pt x="41719" y="123204"/>
                      </a:lnTo>
                      <a:lnTo>
                        <a:pt x="0" y="30049"/>
                      </a:lnTo>
                      <a:lnTo>
                        <a:pt x="57245" y="4427"/>
                      </a:lnTo>
                      <a:cubicBezTo>
                        <a:pt x="70009" y="-1288"/>
                        <a:pt x="84011" y="-1288"/>
                        <a:pt x="96298" y="3379"/>
                      </a:cubicBezTo>
                      <a:cubicBezTo>
                        <a:pt x="108490" y="8047"/>
                        <a:pt x="118967" y="17286"/>
                        <a:pt x="124682" y="30145"/>
                      </a:cubicBezTo>
                      <a:cubicBezTo>
                        <a:pt x="125063" y="31002"/>
                        <a:pt x="125444" y="31859"/>
                        <a:pt x="125730" y="32716"/>
                      </a:cubicBezTo>
                      <a:cubicBezTo>
                        <a:pt x="135350" y="57767"/>
                        <a:pt x="123730" y="86437"/>
                        <a:pt x="98965" y="9758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" name="Google Shape;817;p32">
                  <a:extLst>
                    <a:ext uri="{FF2B5EF4-FFF2-40B4-BE49-F238E27FC236}">
                      <a16:creationId xmlns:a16="http://schemas.microsoft.com/office/drawing/2014/main" id="{13807A28-F547-0D3A-5230-1E153E69C63C}"/>
                    </a:ext>
                  </a:extLst>
                </p:cNvPr>
                <p:cNvSpPr/>
                <p:nvPr/>
              </p:nvSpPr>
              <p:spPr>
                <a:xfrm>
                  <a:off x="7236999" y="3120104"/>
                  <a:ext cx="216252" cy="1206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252" h="120632" extrusionOk="0">
                      <a:moveTo>
                        <a:pt x="129064" y="90678"/>
                      </a:moveTo>
                      <a:lnTo>
                        <a:pt x="128778" y="90678"/>
                      </a:lnTo>
                      <a:cubicBezTo>
                        <a:pt x="128778" y="90678"/>
                        <a:pt x="71818" y="116205"/>
                        <a:pt x="71818" y="116205"/>
                      </a:cubicBezTo>
                      <a:cubicBezTo>
                        <a:pt x="59055" y="121920"/>
                        <a:pt x="45053" y="121920"/>
                        <a:pt x="32766" y="117253"/>
                      </a:cubicBezTo>
                      <a:cubicBezTo>
                        <a:pt x="20574" y="112585"/>
                        <a:pt x="10096" y="103346"/>
                        <a:pt x="4381" y="90488"/>
                      </a:cubicBezTo>
                      <a:cubicBezTo>
                        <a:pt x="1714" y="84582"/>
                        <a:pt x="286" y="78486"/>
                        <a:pt x="0" y="72485"/>
                      </a:cubicBezTo>
                      <a:cubicBezTo>
                        <a:pt x="3238" y="72771"/>
                        <a:pt x="6477" y="73438"/>
                        <a:pt x="9620" y="74009"/>
                      </a:cubicBezTo>
                      <a:cubicBezTo>
                        <a:pt x="32099" y="78676"/>
                        <a:pt x="54388" y="85725"/>
                        <a:pt x="77248" y="85249"/>
                      </a:cubicBezTo>
                      <a:cubicBezTo>
                        <a:pt x="92297" y="84963"/>
                        <a:pt x="106966" y="81439"/>
                        <a:pt x="120777" y="75724"/>
                      </a:cubicBezTo>
                      <a:cubicBezTo>
                        <a:pt x="121253" y="75533"/>
                        <a:pt x="121634" y="75343"/>
                        <a:pt x="122110" y="75152"/>
                      </a:cubicBezTo>
                      <a:cubicBezTo>
                        <a:pt x="134112" y="70009"/>
                        <a:pt x="145542" y="63246"/>
                        <a:pt x="155924" y="55435"/>
                      </a:cubicBezTo>
                      <a:cubicBezTo>
                        <a:pt x="167545" y="46768"/>
                        <a:pt x="178117" y="36862"/>
                        <a:pt x="188024" y="26384"/>
                      </a:cubicBezTo>
                      <a:cubicBezTo>
                        <a:pt x="195548" y="18478"/>
                        <a:pt x="202597" y="6572"/>
                        <a:pt x="211836" y="667"/>
                      </a:cubicBezTo>
                      <a:cubicBezTo>
                        <a:pt x="212217" y="476"/>
                        <a:pt x="212502" y="190"/>
                        <a:pt x="212884" y="0"/>
                      </a:cubicBezTo>
                      <a:cubicBezTo>
                        <a:pt x="222504" y="25051"/>
                        <a:pt x="210883" y="53721"/>
                        <a:pt x="186119" y="64865"/>
                      </a:cubicBezTo>
                      <a:lnTo>
                        <a:pt x="128873" y="90488"/>
                      </a:lnTo>
                      <a:lnTo>
                        <a:pt x="128873" y="90488"/>
                      </a:lnTo>
                      <a:close/>
                    </a:path>
                  </a:pathLst>
                </a:custGeom>
                <a:solidFill>
                  <a:srgbClr val="000000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" name="Google Shape;818;p32">
                  <a:extLst>
                    <a:ext uri="{FF2B5EF4-FFF2-40B4-BE49-F238E27FC236}">
                      <a16:creationId xmlns:a16="http://schemas.microsoft.com/office/drawing/2014/main" id="{D767A566-10B9-CABC-9B5F-DE4CB7474E45}"/>
                    </a:ext>
                  </a:extLst>
                </p:cNvPr>
                <p:cNvSpPr/>
                <p:nvPr/>
              </p:nvSpPr>
              <p:spPr>
                <a:xfrm>
                  <a:off x="7369575" y="3096145"/>
                  <a:ext cx="57644" cy="204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644" h="20443" extrusionOk="0">
                      <a:moveTo>
                        <a:pt x="9061" y="4242"/>
                      </a:moveTo>
                      <a:cubicBezTo>
                        <a:pt x="4679" y="5861"/>
                        <a:pt x="-274" y="8909"/>
                        <a:pt x="12" y="13576"/>
                      </a:cubicBezTo>
                      <a:cubicBezTo>
                        <a:pt x="202" y="17862"/>
                        <a:pt x="5060" y="20625"/>
                        <a:pt x="9251" y="20434"/>
                      </a:cubicBezTo>
                      <a:cubicBezTo>
                        <a:pt x="13537" y="20339"/>
                        <a:pt x="17443" y="18243"/>
                        <a:pt x="21538" y="16910"/>
                      </a:cubicBezTo>
                      <a:cubicBezTo>
                        <a:pt x="28968" y="14434"/>
                        <a:pt x="37159" y="14243"/>
                        <a:pt x="44589" y="16434"/>
                      </a:cubicBezTo>
                      <a:cubicBezTo>
                        <a:pt x="50399" y="18148"/>
                        <a:pt x="57448" y="18910"/>
                        <a:pt x="57638" y="10719"/>
                      </a:cubicBezTo>
                      <a:cubicBezTo>
                        <a:pt x="57829" y="4813"/>
                        <a:pt x="53828" y="3003"/>
                        <a:pt x="48685" y="1860"/>
                      </a:cubicBezTo>
                      <a:cubicBezTo>
                        <a:pt x="35064" y="-997"/>
                        <a:pt x="22205" y="-807"/>
                        <a:pt x="9061" y="4146"/>
                      </a:cubicBezTo>
                      <a:close/>
                    </a:path>
                  </a:pathLst>
                </a:custGeom>
                <a:solidFill>
                  <a:srgbClr val="FFFFFF">
                    <a:alpha val="2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7" name="Google Shape;819;p32">
                <a:extLst>
                  <a:ext uri="{FF2B5EF4-FFF2-40B4-BE49-F238E27FC236}">
                    <a16:creationId xmlns:a16="http://schemas.microsoft.com/office/drawing/2014/main" id="{D914D86B-4247-8F6B-23E5-344E6BBA4A20}"/>
                  </a:ext>
                </a:extLst>
              </p:cNvPr>
              <p:cNvGrpSpPr/>
              <p:nvPr/>
            </p:nvGrpSpPr>
            <p:grpSpPr>
              <a:xfrm>
                <a:off x="7023258" y="2749026"/>
                <a:ext cx="251383" cy="215811"/>
                <a:chOff x="7023258" y="2749026"/>
                <a:chExt cx="251383" cy="215811"/>
              </a:xfrm>
            </p:grpSpPr>
            <p:sp>
              <p:nvSpPr>
                <p:cNvPr id="70" name="Google Shape;820;p32">
                  <a:extLst>
                    <a:ext uri="{FF2B5EF4-FFF2-40B4-BE49-F238E27FC236}">
                      <a16:creationId xmlns:a16="http://schemas.microsoft.com/office/drawing/2014/main" id="{53FA1E07-669A-8A47-975C-AA820489B006}"/>
                    </a:ext>
                  </a:extLst>
                </p:cNvPr>
                <p:cNvSpPr/>
                <p:nvPr/>
              </p:nvSpPr>
              <p:spPr>
                <a:xfrm>
                  <a:off x="7023258" y="2751867"/>
                  <a:ext cx="249936" cy="212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9936" h="212969" extrusionOk="0">
                      <a:moveTo>
                        <a:pt x="249841" y="171450"/>
                      </a:moveTo>
                      <a:lnTo>
                        <a:pt x="224791" y="203263"/>
                      </a:lnTo>
                      <a:cubicBezTo>
                        <a:pt x="218885" y="210788"/>
                        <a:pt x="209265" y="214313"/>
                        <a:pt x="199930" y="212503"/>
                      </a:cubicBezTo>
                      <a:cubicBezTo>
                        <a:pt x="180404" y="208788"/>
                        <a:pt x="143733" y="196120"/>
                        <a:pt x="90678" y="154210"/>
                      </a:cubicBezTo>
                      <a:cubicBezTo>
                        <a:pt x="86202" y="150685"/>
                        <a:pt x="82011" y="147256"/>
                        <a:pt x="78010" y="143923"/>
                      </a:cubicBezTo>
                      <a:cubicBezTo>
                        <a:pt x="34386" y="107633"/>
                        <a:pt x="13336" y="79438"/>
                        <a:pt x="3525" y="62960"/>
                      </a:cubicBezTo>
                      <a:cubicBezTo>
                        <a:pt x="-1809" y="53912"/>
                        <a:pt x="-1047" y="42481"/>
                        <a:pt x="5525" y="34195"/>
                      </a:cubicBezTo>
                      <a:lnTo>
                        <a:pt x="32576" y="0"/>
                      </a:lnTo>
                      <a:lnTo>
                        <a:pt x="249936" y="17145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" name="Google Shape;821;p32">
                  <a:extLst>
                    <a:ext uri="{FF2B5EF4-FFF2-40B4-BE49-F238E27FC236}">
                      <a16:creationId xmlns:a16="http://schemas.microsoft.com/office/drawing/2014/main" id="{CDBC5C29-4219-717A-EA52-39B623730E93}"/>
                    </a:ext>
                  </a:extLst>
                </p:cNvPr>
                <p:cNvSpPr/>
                <p:nvPr/>
              </p:nvSpPr>
              <p:spPr>
                <a:xfrm>
                  <a:off x="7101268" y="2894071"/>
                  <a:ext cx="171926" cy="707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926" h="70766" extrusionOk="0">
                      <a:moveTo>
                        <a:pt x="171831" y="29246"/>
                      </a:moveTo>
                      <a:lnTo>
                        <a:pt x="146780" y="61060"/>
                      </a:lnTo>
                      <a:cubicBezTo>
                        <a:pt x="140875" y="68584"/>
                        <a:pt x="131254" y="72109"/>
                        <a:pt x="121920" y="70299"/>
                      </a:cubicBezTo>
                      <a:cubicBezTo>
                        <a:pt x="102394" y="66584"/>
                        <a:pt x="65722" y="53916"/>
                        <a:pt x="12668" y="12006"/>
                      </a:cubicBezTo>
                      <a:cubicBezTo>
                        <a:pt x="8191" y="8482"/>
                        <a:pt x="4000" y="5053"/>
                        <a:pt x="0" y="1719"/>
                      </a:cubicBezTo>
                      <a:cubicBezTo>
                        <a:pt x="8287" y="-1710"/>
                        <a:pt x="18574" y="481"/>
                        <a:pt x="27146" y="4005"/>
                      </a:cubicBezTo>
                      <a:cubicBezTo>
                        <a:pt x="42005" y="10101"/>
                        <a:pt x="55340" y="19436"/>
                        <a:pt x="69628" y="26770"/>
                      </a:cubicBezTo>
                      <a:cubicBezTo>
                        <a:pt x="84010" y="34104"/>
                        <a:pt x="100203" y="39438"/>
                        <a:pt x="116014" y="36485"/>
                      </a:cubicBezTo>
                      <a:cubicBezTo>
                        <a:pt x="132779" y="33342"/>
                        <a:pt x="138684" y="19531"/>
                        <a:pt x="146875" y="9529"/>
                      </a:cubicBezTo>
                      <a:lnTo>
                        <a:pt x="171926" y="29246"/>
                      </a:lnTo>
                      <a:close/>
                    </a:path>
                  </a:pathLst>
                </a:custGeom>
                <a:solidFill>
                  <a:srgbClr val="000000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" name="Google Shape;822;p32">
                  <a:extLst>
                    <a:ext uri="{FF2B5EF4-FFF2-40B4-BE49-F238E27FC236}">
                      <a16:creationId xmlns:a16="http://schemas.microsoft.com/office/drawing/2014/main" id="{ACF7A347-ACFB-5038-9C8F-918579953652}"/>
                    </a:ext>
                  </a:extLst>
                </p:cNvPr>
                <p:cNvSpPr/>
                <p:nvPr/>
              </p:nvSpPr>
              <p:spPr>
                <a:xfrm>
                  <a:off x="7054310" y="2749026"/>
                  <a:ext cx="220331" cy="17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331" h="177150" extrusionOk="0">
                      <a:moveTo>
                        <a:pt x="218789" y="174291"/>
                      </a:moveTo>
                      <a:cubicBezTo>
                        <a:pt x="209264" y="186293"/>
                        <a:pt x="155162" y="159432"/>
                        <a:pt x="96679" y="113998"/>
                      </a:cubicBezTo>
                      <a:cubicBezTo>
                        <a:pt x="95536" y="113141"/>
                        <a:pt x="94393" y="112188"/>
                        <a:pt x="93250" y="111331"/>
                      </a:cubicBezTo>
                      <a:lnTo>
                        <a:pt x="92583" y="110855"/>
                      </a:lnTo>
                      <a:cubicBezTo>
                        <a:pt x="32576" y="63516"/>
                        <a:pt x="-8287" y="15129"/>
                        <a:pt x="1429" y="2841"/>
                      </a:cubicBezTo>
                      <a:cubicBezTo>
                        <a:pt x="2286" y="1794"/>
                        <a:pt x="3429" y="1032"/>
                        <a:pt x="5048" y="555"/>
                      </a:cubicBezTo>
                      <a:cubicBezTo>
                        <a:pt x="21050" y="-4302"/>
                        <a:pt x="72961" y="23130"/>
                        <a:pt x="127730" y="66373"/>
                      </a:cubicBezTo>
                      <a:lnTo>
                        <a:pt x="128397" y="66849"/>
                      </a:lnTo>
                      <a:cubicBezTo>
                        <a:pt x="129540" y="67802"/>
                        <a:pt x="130683" y="68659"/>
                        <a:pt x="131826" y="69612"/>
                      </a:cubicBezTo>
                      <a:cubicBezTo>
                        <a:pt x="184404" y="111807"/>
                        <a:pt x="221266" y="154098"/>
                        <a:pt x="220313" y="170386"/>
                      </a:cubicBezTo>
                      <a:cubicBezTo>
                        <a:pt x="220218" y="172005"/>
                        <a:pt x="219742" y="173339"/>
                        <a:pt x="218885" y="17438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" name="Google Shape;823;p32">
                  <a:extLst>
                    <a:ext uri="{FF2B5EF4-FFF2-40B4-BE49-F238E27FC236}">
                      <a16:creationId xmlns:a16="http://schemas.microsoft.com/office/drawing/2014/main" id="{43D68D98-D8FF-607E-935A-FDB24B4987A2}"/>
                    </a:ext>
                  </a:extLst>
                </p:cNvPr>
                <p:cNvSpPr/>
                <p:nvPr/>
              </p:nvSpPr>
              <p:spPr>
                <a:xfrm>
                  <a:off x="7147464" y="2815875"/>
                  <a:ext cx="38576" cy="471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576" h="47148" extrusionOk="0">
                      <a:moveTo>
                        <a:pt x="38576" y="2667"/>
                      </a:moveTo>
                      <a:lnTo>
                        <a:pt x="3429" y="47149"/>
                      </a:lnTo>
                      <a:cubicBezTo>
                        <a:pt x="2286" y="46292"/>
                        <a:pt x="1143" y="45339"/>
                        <a:pt x="0" y="44482"/>
                      </a:cubicBezTo>
                      <a:lnTo>
                        <a:pt x="35147" y="0"/>
                      </a:lnTo>
                      <a:cubicBezTo>
                        <a:pt x="36290" y="952"/>
                        <a:pt x="37433" y="1810"/>
                        <a:pt x="38576" y="2762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" name="Google Shape;824;p32">
                  <a:extLst>
                    <a:ext uri="{FF2B5EF4-FFF2-40B4-BE49-F238E27FC236}">
                      <a16:creationId xmlns:a16="http://schemas.microsoft.com/office/drawing/2014/main" id="{CEFFFF79-3173-9D05-115F-0EE004F6755F}"/>
                    </a:ext>
                  </a:extLst>
                </p:cNvPr>
                <p:cNvSpPr/>
                <p:nvPr/>
              </p:nvSpPr>
              <p:spPr>
                <a:xfrm>
                  <a:off x="7055739" y="2749581"/>
                  <a:ext cx="218789" cy="173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789" h="173736" extrusionOk="0">
                      <a:moveTo>
                        <a:pt x="217360" y="173736"/>
                      </a:moveTo>
                      <a:lnTo>
                        <a:pt x="0" y="2286"/>
                      </a:lnTo>
                      <a:cubicBezTo>
                        <a:pt x="857" y="1238"/>
                        <a:pt x="2000" y="476"/>
                        <a:pt x="3620" y="0"/>
                      </a:cubicBezTo>
                      <a:lnTo>
                        <a:pt x="218789" y="169736"/>
                      </a:lnTo>
                      <a:cubicBezTo>
                        <a:pt x="218694" y="171355"/>
                        <a:pt x="218218" y="172688"/>
                        <a:pt x="217360" y="17373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8" name="Google Shape;825;p32">
                <a:extLst>
                  <a:ext uri="{FF2B5EF4-FFF2-40B4-BE49-F238E27FC236}">
                    <a16:creationId xmlns:a16="http://schemas.microsoft.com/office/drawing/2014/main" id="{2ECC1EE7-921C-D23D-A33A-3718FB04A1B1}"/>
                  </a:ext>
                </a:extLst>
              </p:cNvPr>
              <p:cNvGrpSpPr/>
              <p:nvPr/>
            </p:nvGrpSpPr>
            <p:grpSpPr>
              <a:xfrm>
                <a:off x="8008797" y="2491168"/>
                <a:ext cx="352312" cy="162830"/>
                <a:chOff x="8008797" y="2491168"/>
                <a:chExt cx="352312" cy="162830"/>
              </a:xfrm>
            </p:grpSpPr>
            <p:sp>
              <p:nvSpPr>
                <p:cNvPr id="65" name="Google Shape;826;p32">
                  <a:extLst>
                    <a:ext uri="{FF2B5EF4-FFF2-40B4-BE49-F238E27FC236}">
                      <a16:creationId xmlns:a16="http://schemas.microsoft.com/office/drawing/2014/main" id="{81A3DA8C-5F70-657A-6881-0A7562C8DD4B}"/>
                    </a:ext>
                  </a:extLst>
                </p:cNvPr>
                <p:cNvSpPr/>
                <p:nvPr/>
              </p:nvSpPr>
              <p:spPr>
                <a:xfrm>
                  <a:off x="8009001" y="2506599"/>
                  <a:ext cx="352108" cy="147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108" h="147399" extrusionOk="0">
                      <a:moveTo>
                        <a:pt x="342233" y="0"/>
                      </a:moveTo>
                      <a:lnTo>
                        <a:pt x="351568" y="50006"/>
                      </a:lnTo>
                      <a:cubicBezTo>
                        <a:pt x="353758" y="61817"/>
                        <a:pt x="349186" y="73819"/>
                        <a:pt x="339757" y="81153"/>
                      </a:cubicBezTo>
                      <a:cubicBezTo>
                        <a:pt x="320135" y="96583"/>
                        <a:pt x="277749" y="120777"/>
                        <a:pt x="194119" y="136303"/>
                      </a:cubicBezTo>
                      <a:cubicBezTo>
                        <a:pt x="187166" y="137636"/>
                        <a:pt x="180404" y="138779"/>
                        <a:pt x="173831" y="139827"/>
                      </a:cubicBezTo>
                      <a:cubicBezTo>
                        <a:pt x="103346" y="151067"/>
                        <a:pt x="59245" y="147638"/>
                        <a:pt x="35528" y="143256"/>
                      </a:cubicBezTo>
                      <a:cubicBezTo>
                        <a:pt x="22479" y="140875"/>
                        <a:pt x="12382" y="130588"/>
                        <a:pt x="10001" y="117634"/>
                      </a:cubicBezTo>
                      <a:lnTo>
                        <a:pt x="0" y="63722"/>
                      </a:lnTo>
                      <a:lnTo>
                        <a:pt x="34232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" name="Google Shape;827;p32">
                  <a:extLst>
                    <a:ext uri="{FF2B5EF4-FFF2-40B4-BE49-F238E27FC236}">
                      <a16:creationId xmlns:a16="http://schemas.microsoft.com/office/drawing/2014/main" id="{8AB52DB3-B38C-B901-C610-21F66802D3D4}"/>
                    </a:ext>
                  </a:extLst>
                </p:cNvPr>
                <p:cNvSpPr/>
                <p:nvPr/>
              </p:nvSpPr>
              <p:spPr>
                <a:xfrm>
                  <a:off x="8182832" y="2506599"/>
                  <a:ext cx="178276" cy="139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276" h="139826" extrusionOk="0">
                      <a:moveTo>
                        <a:pt x="168402" y="0"/>
                      </a:moveTo>
                      <a:lnTo>
                        <a:pt x="177736" y="50006"/>
                      </a:lnTo>
                      <a:cubicBezTo>
                        <a:pt x="179927" y="61817"/>
                        <a:pt x="175355" y="73819"/>
                        <a:pt x="165925" y="81153"/>
                      </a:cubicBezTo>
                      <a:cubicBezTo>
                        <a:pt x="146304" y="96583"/>
                        <a:pt x="103917" y="120777"/>
                        <a:pt x="20288" y="136303"/>
                      </a:cubicBezTo>
                      <a:cubicBezTo>
                        <a:pt x="13335" y="137636"/>
                        <a:pt x="6572" y="138779"/>
                        <a:pt x="0" y="139827"/>
                      </a:cubicBezTo>
                      <a:cubicBezTo>
                        <a:pt x="3619" y="129159"/>
                        <a:pt x="14192" y="121253"/>
                        <a:pt x="24574" y="116014"/>
                      </a:cubicBezTo>
                      <a:cubicBezTo>
                        <a:pt x="42672" y="106966"/>
                        <a:pt x="62579" y="102108"/>
                        <a:pt x="81343" y="94679"/>
                      </a:cubicBezTo>
                      <a:cubicBezTo>
                        <a:pt x="100107" y="87154"/>
                        <a:pt x="118586" y="76200"/>
                        <a:pt x="128968" y="58769"/>
                      </a:cubicBezTo>
                      <a:cubicBezTo>
                        <a:pt x="139827" y="40291"/>
                        <a:pt x="131730" y="23241"/>
                        <a:pt x="128968" y="7334"/>
                      </a:cubicBezTo>
                      <a:lnTo>
                        <a:pt x="168402" y="0"/>
                      </a:lnTo>
                      <a:close/>
                    </a:path>
                  </a:pathLst>
                </a:custGeom>
                <a:solidFill>
                  <a:srgbClr val="000000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" name="Google Shape;828;p32">
                  <a:extLst>
                    <a:ext uri="{FF2B5EF4-FFF2-40B4-BE49-F238E27FC236}">
                      <a16:creationId xmlns:a16="http://schemas.microsoft.com/office/drawing/2014/main" id="{43381150-41CD-6E3D-D295-C81A3FEEAA55}"/>
                    </a:ext>
                  </a:extLst>
                </p:cNvPr>
                <p:cNvSpPr/>
                <p:nvPr/>
              </p:nvSpPr>
              <p:spPr>
                <a:xfrm>
                  <a:off x="8008797" y="2491168"/>
                  <a:ext cx="342564" cy="94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564" h="94731" extrusionOk="0">
                      <a:moveTo>
                        <a:pt x="342437" y="15431"/>
                      </a:moveTo>
                      <a:cubicBezTo>
                        <a:pt x="345962" y="34385"/>
                        <a:pt x="275667" y="63437"/>
                        <a:pt x="184227" y="81153"/>
                      </a:cubicBezTo>
                      <a:cubicBezTo>
                        <a:pt x="182417" y="81534"/>
                        <a:pt x="180608" y="81820"/>
                        <a:pt x="178798" y="82201"/>
                      </a:cubicBezTo>
                      <a:lnTo>
                        <a:pt x="177750" y="82391"/>
                      </a:lnTo>
                      <a:cubicBezTo>
                        <a:pt x="83262" y="100013"/>
                        <a:pt x="3633" y="98584"/>
                        <a:pt x="109" y="79248"/>
                      </a:cubicBezTo>
                      <a:cubicBezTo>
                        <a:pt x="-177" y="77534"/>
                        <a:pt x="109" y="75819"/>
                        <a:pt x="870" y="73914"/>
                      </a:cubicBezTo>
                      <a:cubicBezTo>
                        <a:pt x="9443" y="54674"/>
                        <a:pt x="78404" y="28385"/>
                        <a:pt x="164701" y="12287"/>
                      </a:cubicBezTo>
                      <a:lnTo>
                        <a:pt x="165748" y="12097"/>
                      </a:lnTo>
                      <a:cubicBezTo>
                        <a:pt x="167558" y="11716"/>
                        <a:pt x="169368" y="11430"/>
                        <a:pt x="171177" y="11144"/>
                      </a:cubicBezTo>
                      <a:cubicBezTo>
                        <a:pt x="254617" y="-3715"/>
                        <a:pt x="325197" y="-3619"/>
                        <a:pt x="339770" y="10859"/>
                      </a:cubicBezTo>
                      <a:cubicBezTo>
                        <a:pt x="341199" y="12287"/>
                        <a:pt x="342056" y="13811"/>
                        <a:pt x="342437" y="1552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" name="Google Shape;829;p32">
                  <a:extLst>
                    <a:ext uri="{FF2B5EF4-FFF2-40B4-BE49-F238E27FC236}">
                      <a16:creationId xmlns:a16="http://schemas.microsoft.com/office/drawing/2014/main" id="{7F4EC1EE-4076-2A96-81E0-2E288D675297}"/>
                    </a:ext>
                  </a:extLst>
                </p:cNvPr>
                <p:cNvSpPr/>
                <p:nvPr/>
              </p:nvSpPr>
              <p:spPr>
                <a:xfrm>
                  <a:off x="8174545" y="2502217"/>
                  <a:ext cx="18478" cy="711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78" h="71151" extrusionOk="0">
                      <a:moveTo>
                        <a:pt x="5429" y="0"/>
                      </a:moveTo>
                      <a:lnTo>
                        <a:pt x="18479" y="70104"/>
                      </a:lnTo>
                      <a:cubicBezTo>
                        <a:pt x="16669" y="70485"/>
                        <a:pt x="14860" y="70771"/>
                        <a:pt x="13050" y="71152"/>
                      </a:cubicBezTo>
                      <a:lnTo>
                        <a:pt x="0" y="1048"/>
                      </a:lnTo>
                      <a:cubicBezTo>
                        <a:pt x="1810" y="667"/>
                        <a:pt x="3620" y="381"/>
                        <a:pt x="5429" y="95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" name="Google Shape;830;p32">
                  <a:extLst>
                    <a:ext uri="{FF2B5EF4-FFF2-40B4-BE49-F238E27FC236}">
                      <a16:creationId xmlns:a16="http://schemas.microsoft.com/office/drawing/2014/main" id="{4B1FE3C9-615E-61A6-37E5-0BD6C6ADE7C5}"/>
                    </a:ext>
                  </a:extLst>
                </p:cNvPr>
                <p:cNvSpPr/>
                <p:nvPr/>
              </p:nvSpPr>
              <p:spPr>
                <a:xfrm>
                  <a:off x="8008797" y="2501836"/>
                  <a:ext cx="342437" cy="68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437" h="68484" extrusionOk="0">
                      <a:moveTo>
                        <a:pt x="342437" y="4763"/>
                      </a:moveTo>
                      <a:lnTo>
                        <a:pt x="109" y="68485"/>
                      </a:lnTo>
                      <a:cubicBezTo>
                        <a:pt x="-177" y="66770"/>
                        <a:pt x="109" y="65056"/>
                        <a:pt x="870" y="63151"/>
                      </a:cubicBezTo>
                      <a:lnTo>
                        <a:pt x="339770" y="0"/>
                      </a:lnTo>
                      <a:cubicBezTo>
                        <a:pt x="341199" y="1429"/>
                        <a:pt x="342056" y="2953"/>
                        <a:pt x="342437" y="466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9" name="Google Shape;831;p32">
                <a:extLst>
                  <a:ext uri="{FF2B5EF4-FFF2-40B4-BE49-F238E27FC236}">
                    <a16:creationId xmlns:a16="http://schemas.microsoft.com/office/drawing/2014/main" id="{8D7C5AD3-9F48-0D8C-BB89-8FCC157A25B7}"/>
                  </a:ext>
                </a:extLst>
              </p:cNvPr>
              <p:cNvGrpSpPr/>
              <p:nvPr/>
            </p:nvGrpSpPr>
            <p:grpSpPr>
              <a:xfrm>
                <a:off x="7453258" y="2096429"/>
                <a:ext cx="161801" cy="222594"/>
                <a:chOff x="7453258" y="2096429"/>
                <a:chExt cx="161801" cy="222594"/>
              </a:xfrm>
            </p:grpSpPr>
            <p:sp>
              <p:nvSpPr>
                <p:cNvPr id="60" name="Google Shape;832;p32">
                  <a:extLst>
                    <a:ext uri="{FF2B5EF4-FFF2-40B4-BE49-F238E27FC236}">
                      <a16:creationId xmlns:a16="http://schemas.microsoft.com/office/drawing/2014/main" id="{FB1D70D0-6E80-37BF-57F5-0BEF7403847B}"/>
                    </a:ext>
                  </a:extLst>
                </p:cNvPr>
                <p:cNvSpPr/>
                <p:nvPr/>
              </p:nvSpPr>
              <p:spPr>
                <a:xfrm>
                  <a:off x="7453258" y="2097214"/>
                  <a:ext cx="158169" cy="2218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169" h="221809" extrusionOk="0">
                      <a:moveTo>
                        <a:pt x="158169" y="202120"/>
                      </a:moveTo>
                      <a:lnTo>
                        <a:pt x="128642" y="218980"/>
                      </a:lnTo>
                      <a:cubicBezTo>
                        <a:pt x="121689" y="222980"/>
                        <a:pt x="113116" y="222694"/>
                        <a:pt x="106353" y="218408"/>
                      </a:cubicBezTo>
                      <a:cubicBezTo>
                        <a:pt x="92256" y="209360"/>
                        <a:pt x="67682" y="187928"/>
                        <a:pt x="39488" y="138589"/>
                      </a:cubicBezTo>
                      <a:cubicBezTo>
                        <a:pt x="37107" y="134493"/>
                        <a:pt x="34916" y="130492"/>
                        <a:pt x="32820" y="126587"/>
                      </a:cubicBezTo>
                      <a:cubicBezTo>
                        <a:pt x="10246" y="84487"/>
                        <a:pt x="2722" y="55912"/>
                        <a:pt x="245" y="40005"/>
                      </a:cubicBezTo>
                      <a:cubicBezTo>
                        <a:pt x="-1089" y="31242"/>
                        <a:pt x="3102" y="22574"/>
                        <a:pt x="10818" y="18193"/>
                      </a:cubicBezTo>
                      <a:lnTo>
                        <a:pt x="42631" y="0"/>
                      </a:lnTo>
                      <a:lnTo>
                        <a:pt x="158169" y="202216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" name="Google Shape;833;p32">
                  <a:extLst>
                    <a:ext uri="{FF2B5EF4-FFF2-40B4-BE49-F238E27FC236}">
                      <a16:creationId xmlns:a16="http://schemas.microsoft.com/office/drawing/2014/main" id="{EF9D6CEF-D79E-D037-EE11-1933767B1E0E}"/>
                    </a:ext>
                  </a:extLst>
                </p:cNvPr>
                <p:cNvSpPr/>
                <p:nvPr/>
              </p:nvSpPr>
              <p:spPr>
                <a:xfrm>
                  <a:off x="7486078" y="2223801"/>
                  <a:ext cx="125444" cy="952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444" h="95222" extrusionOk="0">
                      <a:moveTo>
                        <a:pt x="125349" y="75533"/>
                      </a:moveTo>
                      <a:lnTo>
                        <a:pt x="95821" y="92392"/>
                      </a:lnTo>
                      <a:cubicBezTo>
                        <a:pt x="88868" y="96393"/>
                        <a:pt x="80296" y="96107"/>
                        <a:pt x="73533" y="91821"/>
                      </a:cubicBezTo>
                      <a:cubicBezTo>
                        <a:pt x="59436" y="82772"/>
                        <a:pt x="34861" y="61341"/>
                        <a:pt x="6668" y="12002"/>
                      </a:cubicBezTo>
                      <a:cubicBezTo>
                        <a:pt x="4286" y="7906"/>
                        <a:pt x="2095" y="3905"/>
                        <a:pt x="0" y="0"/>
                      </a:cubicBezTo>
                      <a:cubicBezTo>
                        <a:pt x="7525" y="0"/>
                        <a:pt x="14859" y="4858"/>
                        <a:pt x="20479" y="10287"/>
                      </a:cubicBezTo>
                      <a:cubicBezTo>
                        <a:pt x="30194" y="19717"/>
                        <a:pt x="37624" y="31242"/>
                        <a:pt x="46482" y="41434"/>
                      </a:cubicBezTo>
                      <a:cubicBezTo>
                        <a:pt x="55340" y="51625"/>
                        <a:pt x="66389" y="60960"/>
                        <a:pt x="79629" y="63627"/>
                      </a:cubicBezTo>
                      <a:cubicBezTo>
                        <a:pt x="93631" y="66484"/>
                        <a:pt x="102679" y="57531"/>
                        <a:pt x="112109" y="52292"/>
                      </a:cubicBezTo>
                      <a:lnTo>
                        <a:pt x="125444" y="75533"/>
                      </a:lnTo>
                      <a:close/>
                    </a:path>
                  </a:pathLst>
                </a:custGeom>
                <a:solidFill>
                  <a:srgbClr val="000000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" name="Google Shape;834;p32">
                  <a:extLst>
                    <a:ext uri="{FF2B5EF4-FFF2-40B4-BE49-F238E27FC236}">
                      <a16:creationId xmlns:a16="http://schemas.microsoft.com/office/drawing/2014/main" id="{1501918A-1254-526C-D4F2-2F7D68D5877C}"/>
                    </a:ext>
                  </a:extLst>
                </p:cNvPr>
                <p:cNvSpPr/>
                <p:nvPr/>
              </p:nvSpPr>
              <p:spPr>
                <a:xfrm>
                  <a:off x="7492274" y="2096429"/>
                  <a:ext cx="122785" cy="203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785" h="203605" extrusionOk="0">
                      <a:moveTo>
                        <a:pt x="119153" y="202906"/>
                      </a:moveTo>
                      <a:cubicBezTo>
                        <a:pt x="108009" y="209288"/>
                        <a:pt x="74195" y="171283"/>
                        <a:pt x="42858" y="117467"/>
                      </a:cubicBezTo>
                      <a:cubicBezTo>
                        <a:pt x="42287" y="116419"/>
                        <a:pt x="41620" y="115371"/>
                        <a:pt x="41048" y="114228"/>
                      </a:cubicBezTo>
                      <a:lnTo>
                        <a:pt x="40667" y="113657"/>
                      </a:lnTo>
                      <a:cubicBezTo>
                        <a:pt x="8759" y="57840"/>
                        <a:pt x="-7815" y="7262"/>
                        <a:pt x="3615" y="690"/>
                      </a:cubicBezTo>
                      <a:cubicBezTo>
                        <a:pt x="4663" y="119"/>
                        <a:pt x="5806" y="-72"/>
                        <a:pt x="7139" y="23"/>
                      </a:cubicBezTo>
                      <a:cubicBezTo>
                        <a:pt x="21141" y="1262"/>
                        <a:pt x="52955" y="38981"/>
                        <a:pt x="82101" y="89939"/>
                      </a:cubicBezTo>
                      <a:lnTo>
                        <a:pt x="82482" y="90511"/>
                      </a:lnTo>
                      <a:cubicBezTo>
                        <a:pt x="83053" y="91559"/>
                        <a:pt x="83720" y="92702"/>
                        <a:pt x="84292" y="93749"/>
                      </a:cubicBezTo>
                      <a:cubicBezTo>
                        <a:pt x="112009" y="143184"/>
                        <a:pt x="127440" y="187761"/>
                        <a:pt x="121534" y="200144"/>
                      </a:cubicBezTo>
                      <a:cubicBezTo>
                        <a:pt x="120963" y="201382"/>
                        <a:pt x="120201" y="202239"/>
                        <a:pt x="119153" y="20281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" name="Google Shape;835;p32">
                  <a:extLst>
                    <a:ext uri="{FF2B5EF4-FFF2-40B4-BE49-F238E27FC236}">
                      <a16:creationId xmlns:a16="http://schemas.microsoft.com/office/drawing/2014/main" id="{1F0CD5CB-10F8-8CB3-F020-6314D6DC5311}"/>
                    </a:ext>
                  </a:extLst>
                </p:cNvPr>
                <p:cNvSpPr/>
                <p:nvPr/>
              </p:nvSpPr>
              <p:spPr>
                <a:xfrm>
                  <a:off x="7533322" y="2186844"/>
                  <a:ext cx="43243" cy="26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243" h="26955" extrusionOk="0">
                      <a:moveTo>
                        <a:pt x="43243" y="3334"/>
                      </a:moveTo>
                      <a:lnTo>
                        <a:pt x="1810" y="26956"/>
                      </a:lnTo>
                      <a:cubicBezTo>
                        <a:pt x="1238" y="25908"/>
                        <a:pt x="571" y="24860"/>
                        <a:pt x="0" y="23717"/>
                      </a:cubicBezTo>
                      <a:lnTo>
                        <a:pt x="41434" y="0"/>
                      </a:lnTo>
                      <a:cubicBezTo>
                        <a:pt x="42005" y="1048"/>
                        <a:pt x="42672" y="2191"/>
                        <a:pt x="43243" y="323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" name="Google Shape;836;p32">
                  <a:extLst>
                    <a:ext uri="{FF2B5EF4-FFF2-40B4-BE49-F238E27FC236}">
                      <a16:creationId xmlns:a16="http://schemas.microsoft.com/office/drawing/2014/main" id="{4C45CB1A-EFB1-9866-5FC9-B7CE9FF4FAA1}"/>
                    </a:ext>
                  </a:extLst>
                </p:cNvPr>
                <p:cNvSpPr/>
                <p:nvPr/>
              </p:nvSpPr>
              <p:spPr>
                <a:xfrm>
                  <a:off x="7495888" y="2096429"/>
                  <a:ext cx="117919" cy="2029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919" h="202905" extrusionOk="0">
                      <a:moveTo>
                        <a:pt x="115538" y="202906"/>
                      </a:moveTo>
                      <a:lnTo>
                        <a:pt x="0" y="690"/>
                      </a:lnTo>
                      <a:cubicBezTo>
                        <a:pt x="1048" y="119"/>
                        <a:pt x="2191" y="-72"/>
                        <a:pt x="3525" y="23"/>
                      </a:cubicBezTo>
                      <a:lnTo>
                        <a:pt x="117920" y="200239"/>
                      </a:lnTo>
                      <a:cubicBezTo>
                        <a:pt x="117348" y="201477"/>
                        <a:pt x="116586" y="202334"/>
                        <a:pt x="115538" y="202906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3" name="Google Shape;837;p32">
              <a:extLst>
                <a:ext uri="{FF2B5EF4-FFF2-40B4-BE49-F238E27FC236}">
                  <a16:creationId xmlns:a16="http://schemas.microsoft.com/office/drawing/2014/main" id="{63917868-AFA2-2754-9BE1-04670521DE27}"/>
                </a:ext>
              </a:extLst>
            </p:cNvPr>
            <p:cNvGrpSpPr/>
            <p:nvPr/>
          </p:nvGrpSpPr>
          <p:grpSpPr>
            <a:xfrm>
              <a:off x="5970530" y="2615241"/>
              <a:ext cx="1329725" cy="1992630"/>
              <a:chOff x="6974776" y="3244024"/>
              <a:chExt cx="971169" cy="1455324"/>
            </a:xfrm>
          </p:grpSpPr>
          <p:sp>
            <p:nvSpPr>
              <p:cNvPr id="38" name="Google Shape;838;p32">
                <a:extLst>
                  <a:ext uri="{FF2B5EF4-FFF2-40B4-BE49-F238E27FC236}">
                    <a16:creationId xmlns:a16="http://schemas.microsoft.com/office/drawing/2014/main" id="{41EB4628-C16B-1C77-0AF1-3B8F3AB6B685}"/>
                  </a:ext>
                </a:extLst>
              </p:cNvPr>
              <p:cNvSpPr/>
              <p:nvPr/>
            </p:nvSpPr>
            <p:spPr>
              <a:xfrm>
                <a:off x="6974776" y="3337369"/>
                <a:ext cx="971169" cy="1361979"/>
              </a:xfrm>
              <a:custGeom>
                <a:avLst/>
                <a:gdLst/>
                <a:ahLst/>
                <a:cxnLst/>
                <a:rect l="l" t="t" r="r" b="b"/>
                <a:pathLst>
                  <a:path w="971169" h="1361979" extrusionOk="0">
                    <a:moveTo>
                      <a:pt x="928878" y="0"/>
                    </a:moveTo>
                    <a:cubicBezTo>
                      <a:pt x="952235" y="0"/>
                      <a:pt x="971169" y="18934"/>
                      <a:pt x="971169" y="42291"/>
                    </a:cubicBezTo>
                    <a:lnTo>
                      <a:pt x="971169" y="1319689"/>
                    </a:lnTo>
                    <a:cubicBezTo>
                      <a:pt x="971169" y="1343045"/>
                      <a:pt x="952235" y="1361980"/>
                      <a:pt x="928878" y="1361980"/>
                    </a:cubicBezTo>
                    <a:lnTo>
                      <a:pt x="42291" y="1361980"/>
                    </a:lnTo>
                    <a:cubicBezTo>
                      <a:pt x="18935" y="1361980"/>
                      <a:pt x="0" y="1343045"/>
                      <a:pt x="0" y="1319689"/>
                    </a:cubicBezTo>
                    <a:lnTo>
                      <a:pt x="0" y="42291"/>
                    </a:lnTo>
                    <a:cubicBezTo>
                      <a:pt x="0" y="18934"/>
                      <a:pt x="18935" y="0"/>
                      <a:pt x="4229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839;p32">
                <a:extLst>
                  <a:ext uri="{FF2B5EF4-FFF2-40B4-BE49-F238E27FC236}">
                    <a16:creationId xmlns:a16="http://schemas.microsoft.com/office/drawing/2014/main" id="{AF2786F5-0FB0-F14B-3540-3697CBC26CBB}"/>
                  </a:ext>
                </a:extLst>
              </p:cNvPr>
              <p:cNvSpPr/>
              <p:nvPr/>
            </p:nvSpPr>
            <p:spPr>
              <a:xfrm>
                <a:off x="7034403" y="3392614"/>
                <a:ext cx="851916" cy="1217390"/>
              </a:xfrm>
              <a:custGeom>
                <a:avLst/>
                <a:gdLst/>
                <a:ahLst/>
                <a:cxnLst/>
                <a:rect l="l" t="t" r="r" b="b"/>
                <a:pathLst>
                  <a:path w="851916" h="1217390" extrusionOk="0">
                    <a:moveTo>
                      <a:pt x="0" y="0"/>
                    </a:moveTo>
                    <a:lnTo>
                      <a:pt x="851916" y="0"/>
                    </a:lnTo>
                    <a:lnTo>
                      <a:pt x="851916" y="1217390"/>
                    </a:lnTo>
                    <a:lnTo>
                      <a:pt x="0" y="121739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" name="Google Shape;840;p32">
                <a:extLst>
                  <a:ext uri="{FF2B5EF4-FFF2-40B4-BE49-F238E27FC236}">
                    <a16:creationId xmlns:a16="http://schemas.microsoft.com/office/drawing/2014/main" id="{A3775420-BA04-F711-D198-2F9FACB43124}"/>
                  </a:ext>
                </a:extLst>
              </p:cNvPr>
              <p:cNvGrpSpPr/>
              <p:nvPr/>
            </p:nvGrpSpPr>
            <p:grpSpPr>
              <a:xfrm>
                <a:off x="7239285" y="3244024"/>
                <a:ext cx="442150" cy="182213"/>
                <a:chOff x="7239285" y="3244024"/>
                <a:chExt cx="442150" cy="182213"/>
              </a:xfrm>
            </p:grpSpPr>
            <p:grpSp>
              <p:nvGrpSpPr>
                <p:cNvPr id="41" name="Google Shape;841;p32">
                  <a:extLst>
                    <a:ext uri="{FF2B5EF4-FFF2-40B4-BE49-F238E27FC236}">
                      <a16:creationId xmlns:a16="http://schemas.microsoft.com/office/drawing/2014/main" id="{D044DB08-7D9A-8030-7C79-EA8939010148}"/>
                    </a:ext>
                  </a:extLst>
                </p:cNvPr>
                <p:cNvGrpSpPr/>
                <p:nvPr/>
              </p:nvGrpSpPr>
              <p:grpSpPr>
                <a:xfrm>
                  <a:off x="7239285" y="3244024"/>
                  <a:ext cx="442150" cy="182213"/>
                  <a:chOff x="7239285" y="3244024"/>
                  <a:chExt cx="442150" cy="182213"/>
                </a:xfrm>
              </p:grpSpPr>
              <p:sp>
                <p:nvSpPr>
                  <p:cNvPr id="49" name="Google Shape;842;p32">
                    <a:extLst>
                      <a:ext uri="{FF2B5EF4-FFF2-40B4-BE49-F238E27FC236}">
                        <a16:creationId xmlns:a16="http://schemas.microsoft.com/office/drawing/2014/main" id="{3E4F2778-0531-3FC6-BB18-BC99D15A4EAD}"/>
                      </a:ext>
                    </a:extLst>
                  </p:cNvPr>
                  <p:cNvSpPr/>
                  <p:nvPr/>
                </p:nvSpPr>
                <p:spPr>
                  <a:xfrm>
                    <a:off x="7239285" y="3297459"/>
                    <a:ext cx="442150" cy="1287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2150" h="128778" extrusionOk="0">
                        <a:moveTo>
                          <a:pt x="53816" y="0"/>
                        </a:moveTo>
                        <a:lnTo>
                          <a:pt x="388334" y="0"/>
                        </a:lnTo>
                        <a:cubicBezTo>
                          <a:pt x="418052" y="0"/>
                          <a:pt x="442151" y="24098"/>
                          <a:pt x="442151" y="53816"/>
                        </a:cubicBezTo>
                        <a:lnTo>
                          <a:pt x="442151" y="128778"/>
                        </a:lnTo>
                        <a:lnTo>
                          <a:pt x="0" y="128778"/>
                        </a:lnTo>
                        <a:lnTo>
                          <a:pt x="0" y="53816"/>
                        </a:lnTo>
                        <a:cubicBezTo>
                          <a:pt x="0" y="24098"/>
                          <a:pt x="24098" y="0"/>
                          <a:pt x="53816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" name="Google Shape;843;p32">
                    <a:extLst>
                      <a:ext uri="{FF2B5EF4-FFF2-40B4-BE49-F238E27FC236}">
                        <a16:creationId xmlns:a16="http://schemas.microsoft.com/office/drawing/2014/main" id="{77323832-152E-CCDB-2290-DA26A6BD5C6D}"/>
                      </a:ext>
                    </a:extLst>
                  </p:cNvPr>
                  <p:cNvSpPr/>
                  <p:nvPr/>
                </p:nvSpPr>
                <p:spPr>
                  <a:xfrm>
                    <a:off x="7239381" y="3297459"/>
                    <a:ext cx="434149" cy="1231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4149" h="123158" extrusionOk="0">
                        <a:moveTo>
                          <a:pt x="52197" y="0"/>
                        </a:moveTo>
                        <a:lnTo>
                          <a:pt x="381953" y="0"/>
                        </a:lnTo>
                        <a:cubicBezTo>
                          <a:pt x="410718" y="0"/>
                          <a:pt x="434149" y="23336"/>
                          <a:pt x="434149" y="52197"/>
                        </a:cubicBezTo>
                        <a:lnTo>
                          <a:pt x="434149" y="123158"/>
                        </a:lnTo>
                        <a:lnTo>
                          <a:pt x="0" y="123158"/>
                        </a:lnTo>
                        <a:lnTo>
                          <a:pt x="0" y="52197"/>
                        </a:lnTo>
                        <a:cubicBezTo>
                          <a:pt x="0" y="23431"/>
                          <a:pt x="23336" y="0"/>
                          <a:pt x="52197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" name="Google Shape;844;p32">
                    <a:extLst>
                      <a:ext uri="{FF2B5EF4-FFF2-40B4-BE49-F238E27FC236}">
                        <a16:creationId xmlns:a16="http://schemas.microsoft.com/office/drawing/2014/main" id="{0D7E0CFA-6A4E-C796-8991-0C46029540E9}"/>
                      </a:ext>
                    </a:extLst>
                  </p:cNvPr>
                  <p:cNvSpPr/>
                  <p:nvPr/>
                </p:nvSpPr>
                <p:spPr>
                  <a:xfrm>
                    <a:off x="7382256" y="3244024"/>
                    <a:ext cx="148399" cy="754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8399" h="75437" extrusionOk="0">
                        <a:moveTo>
                          <a:pt x="48006" y="0"/>
                        </a:moveTo>
                        <a:lnTo>
                          <a:pt x="100489" y="0"/>
                        </a:lnTo>
                        <a:cubicBezTo>
                          <a:pt x="126968" y="0"/>
                          <a:pt x="148399" y="21526"/>
                          <a:pt x="148399" y="47911"/>
                        </a:cubicBezTo>
                        <a:lnTo>
                          <a:pt x="148399" y="75438"/>
                        </a:lnTo>
                        <a:lnTo>
                          <a:pt x="0" y="75438"/>
                        </a:lnTo>
                        <a:lnTo>
                          <a:pt x="0" y="47911"/>
                        </a:lnTo>
                        <a:cubicBezTo>
                          <a:pt x="0" y="21431"/>
                          <a:pt x="21431" y="0"/>
                          <a:pt x="47911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2" name="Google Shape;845;p32">
                  <a:extLst>
                    <a:ext uri="{FF2B5EF4-FFF2-40B4-BE49-F238E27FC236}">
                      <a16:creationId xmlns:a16="http://schemas.microsoft.com/office/drawing/2014/main" id="{A3D46201-54EC-38F0-B526-6D6BC5C0A0A6}"/>
                    </a:ext>
                  </a:extLst>
                </p:cNvPr>
                <p:cNvGrpSpPr/>
                <p:nvPr/>
              </p:nvGrpSpPr>
              <p:grpSpPr>
                <a:xfrm>
                  <a:off x="7271861" y="3350133"/>
                  <a:ext cx="368807" cy="32194"/>
                  <a:chOff x="7271861" y="3350133"/>
                  <a:chExt cx="368807" cy="32194"/>
                </a:xfrm>
              </p:grpSpPr>
              <p:grpSp>
                <p:nvGrpSpPr>
                  <p:cNvPr id="43" name="Google Shape;846;p32">
                    <a:extLst>
                      <a:ext uri="{FF2B5EF4-FFF2-40B4-BE49-F238E27FC236}">
                        <a16:creationId xmlns:a16="http://schemas.microsoft.com/office/drawing/2014/main" id="{56A78534-56C5-D858-9F5C-882D952B99EC}"/>
                      </a:ext>
                    </a:extLst>
                  </p:cNvPr>
                  <p:cNvGrpSpPr/>
                  <p:nvPr/>
                </p:nvGrpSpPr>
                <p:grpSpPr>
                  <a:xfrm>
                    <a:off x="7271861" y="3350133"/>
                    <a:ext cx="32194" cy="32194"/>
                    <a:chOff x="7271861" y="3350133"/>
                    <a:chExt cx="32194" cy="32194"/>
                  </a:xfrm>
                </p:grpSpPr>
                <p:sp>
                  <p:nvSpPr>
                    <p:cNvPr id="47" name="Google Shape;847;p32">
                      <a:extLst>
                        <a:ext uri="{FF2B5EF4-FFF2-40B4-BE49-F238E27FC236}">
                          <a16:creationId xmlns:a16="http://schemas.microsoft.com/office/drawing/2014/main" id="{256F08B5-BD9A-9FF7-BD2A-2AB573F559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71861" y="3350133"/>
                      <a:ext cx="32194" cy="3219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194" h="32194" extrusionOk="0">
                          <a:moveTo>
                            <a:pt x="32194" y="16097"/>
                          </a:moveTo>
                          <a:cubicBezTo>
                            <a:pt x="32194" y="24988"/>
                            <a:pt x="24987" y="32195"/>
                            <a:pt x="16097" y="32195"/>
                          </a:cubicBezTo>
                          <a:cubicBezTo>
                            <a:pt x="7207" y="32195"/>
                            <a:pt x="0" y="24988"/>
                            <a:pt x="0" y="16097"/>
                          </a:cubicBezTo>
                          <a:cubicBezTo>
                            <a:pt x="0" y="7207"/>
                            <a:pt x="7207" y="0"/>
                            <a:pt x="16097" y="0"/>
                          </a:cubicBezTo>
                          <a:cubicBezTo>
                            <a:pt x="24987" y="0"/>
                            <a:pt x="32194" y="7207"/>
                            <a:pt x="32194" y="16097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8" name="Google Shape;848;p32">
                      <a:extLst>
                        <a:ext uri="{FF2B5EF4-FFF2-40B4-BE49-F238E27FC236}">
                          <a16:creationId xmlns:a16="http://schemas.microsoft.com/office/drawing/2014/main" id="{044F2B84-6301-DBAC-E268-C9997EE2B1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87006" y="3350133"/>
                      <a:ext cx="17049" cy="3219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049" h="32194" extrusionOk="0">
                          <a:moveTo>
                            <a:pt x="953" y="0"/>
                          </a:moveTo>
                          <a:cubicBezTo>
                            <a:pt x="953" y="0"/>
                            <a:pt x="286" y="0"/>
                            <a:pt x="0" y="0"/>
                          </a:cubicBezTo>
                          <a:cubicBezTo>
                            <a:pt x="8477" y="476"/>
                            <a:pt x="15145" y="7525"/>
                            <a:pt x="15145" y="16097"/>
                          </a:cubicBezTo>
                          <a:cubicBezTo>
                            <a:pt x="15145" y="24670"/>
                            <a:pt x="8477" y="31623"/>
                            <a:pt x="0" y="32195"/>
                          </a:cubicBezTo>
                          <a:cubicBezTo>
                            <a:pt x="286" y="32195"/>
                            <a:pt x="667" y="32195"/>
                            <a:pt x="953" y="32195"/>
                          </a:cubicBezTo>
                          <a:cubicBezTo>
                            <a:pt x="9811" y="32195"/>
                            <a:pt x="17050" y="24955"/>
                            <a:pt x="17050" y="16097"/>
                          </a:cubicBezTo>
                          <a:cubicBezTo>
                            <a:pt x="17050" y="7239"/>
                            <a:pt x="9811" y="0"/>
                            <a:pt x="953" y="0"/>
                          </a:cubicBez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44" name="Google Shape;849;p32">
                    <a:extLst>
                      <a:ext uri="{FF2B5EF4-FFF2-40B4-BE49-F238E27FC236}">
                        <a16:creationId xmlns:a16="http://schemas.microsoft.com/office/drawing/2014/main" id="{6201ED8D-4A0C-060F-7D77-1F7813D60ED7}"/>
                      </a:ext>
                    </a:extLst>
                  </p:cNvPr>
                  <p:cNvGrpSpPr/>
                  <p:nvPr/>
                </p:nvGrpSpPr>
                <p:grpSpPr>
                  <a:xfrm>
                    <a:off x="7608474" y="3350133"/>
                    <a:ext cx="32194" cy="32194"/>
                    <a:chOff x="7608474" y="3350133"/>
                    <a:chExt cx="32194" cy="32194"/>
                  </a:xfrm>
                </p:grpSpPr>
                <p:sp>
                  <p:nvSpPr>
                    <p:cNvPr id="45" name="Google Shape;850;p32">
                      <a:extLst>
                        <a:ext uri="{FF2B5EF4-FFF2-40B4-BE49-F238E27FC236}">
                          <a16:creationId xmlns:a16="http://schemas.microsoft.com/office/drawing/2014/main" id="{385AB684-C5DD-7792-5215-0802D6BE8D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08474" y="3350133"/>
                      <a:ext cx="32194" cy="3219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194" h="32194" extrusionOk="0">
                          <a:moveTo>
                            <a:pt x="32194" y="16097"/>
                          </a:moveTo>
                          <a:cubicBezTo>
                            <a:pt x="32194" y="24988"/>
                            <a:pt x="24987" y="32195"/>
                            <a:pt x="16097" y="32195"/>
                          </a:cubicBezTo>
                          <a:cubicBezTo>
                            <a:pt x="7207" y="32195"/>
                            <a:pt x="0" y="24988"/>
                            <a:pt x="0" y="16097"/>
                          </a:cubicBezTo>
                          <a:cubicBezTo>
                            <a:pt x="0" y="7207"/>
                            <a:pt x="7207" y="0"/>
                            <a:pt x="16097" y="0"/>
                          </a:cubicBezTo>
                          <a:cubicBezTo>
                            <a:pt x="24987" y="0"/>
                            <a:pt x="32194" y="7207"/>
                            <a:pt x="32194" y="16097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6" name="Google Shape;851;p32">
                      <a:extLst>
                        <a:ext uri="{FF2B5EF4-FFF2-40B4-BE49-F238E27FC236}">
                          <a16:creationId xmlns:a16="http://schemas.microsoft.com/office/drawing/2014/main" id="{E20338A1-B9B8-C25A-3AEC-161C434D25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23619" y="3350133"/>
                      <a:ext cx="17049" cy="3219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049" h="32194" extrusionOk="0">
                          <a:moveTo>
                            <a:pt x="952" y="0"/>
                          </a:moveTo>
                          <a:cubicBezTo>
                            <a:pt x="952" y="0"/>
                            <a:pt x="285" y="0"/>
                            <a:pt x="0" y="0"/>
                          </a:cubicBezTo>
                          <a:cubicBezTo>
                            <a:pt x="8477" y="476"/>
                            <a:pt x="15144" y="7525"/>
                            <a:pt x="15144" y="16097"/>
                          </a:cubicBezTo>
                          <a:cubicBezTo>
                            <a:pt x="15144" y="24670"/>
                            <a:pt x="8477" y="31623"/>
                            <a:pt x="0" y="32195"/>
                          </a:cubicBezTo>
                          <a:cubicBezTo>
                            <a:pt x="285" y="32195"/>
                            <a:pt x="667" y="32195"/>
                            <a:pt x="952" y="32195"/>
                          </a:cubicBezTo>
                          <a:cubicBezTo>
                            <a:pt x="9810" y="32195"/>
                            <a:pt x="17050" y="24955"/>
                            <a:pt x="17050" y="16097"/>
                          </a:cubicBezTo>
                          <a:cubicBezTo>
                            <a:pt x="17050" y="7239"/>
                            <a:pt x="9810" y="0"/>
                            <a:pt x="952" y="0"/>
                          </a:cubicBez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</p:grpSp>
        <p:grpSp>
          <p:nvGrpSpPr>
            <p:cNvPr id="14" name="Google Shape;852;p32">
              <a:extLst>
                <a:ext uri="{FF2B5EF4-FFF2-40B4-BE49-F238E27FC236}">
                  <a16:creationId xmlns:a16="http://schemas.microsoft.com/office/drawing/2014/main" id="{E43918BD-8F50-AD9A-24C4-7A6981D4EA27}"/>
                </a:ext>
              </a:extLst>
            </p:cNvPr>
            <p:cNvGrpSpPr/>
            <p:nvPr/>
          </p:nvGrpSpPr>
          <p:grpSpPr>
            <a:xfrm>
              <a:off x="7412227" y="3557890"/>
              <a:ext cx="907828" cy="1049982"/>
              <a:chOff x="7879937" y="3892676"/>
              <a:chExt cx="663035" cy="766858"/>
            </a:xfrm>
          </p:grpSpPr>
          <p:sp>
            <p:nvSpPr>
              <p:cNvPr id="30" name="Google Shape;853;p32">
                <a:extLst>
                  <a:ext uri="{FF2B5EF4-FFF2-40B4-BE49-F238E27FC236}">
                    <a16:creationId xmlns:a16="http://schemas.microsoft.com/office/drawing/2014/main" id="{E868B147-3D9A-49DD-2AC6-4B6D061FDB65}"/>
                  </a:ext>
                </a:extLst>
              </p:cNvPr>
              <p:cNvSpPr/>
              <p:nvPr/>
            </p:nvSpPr>
            <p:spPr>
              <a:xfrm>
                <a:off x="7883461" y="4096893"/>
                <a:ext cx="494347" cy="562641"/>
              </a:xfrm>
              <a:custGeom>
                <a:avLst/>
                <a:gdLst/>
                <a:ahLst/>
                <a:cxnLst/>
                <a:rect l="l" t="t" r="r" b="b"/>
                <a:pathLst>
                  <a:path w="494347" h="562641" extrusionOk="0">
                    <a:moveTo>
                      <a:pt x="0" y="0"/>
                    </a:moveTo>
                    <a:lnTo>
                      <a:pt x="494347" y="0"/>
                    </a:lnTo>
                    <a:lnTo>
                      <a:pt x="494347" y="562642"/>
                    </a:lnTo>
                    <a:lnTo>
                      <a:pt x="0" y="5626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854;p32">
                <a:extLst>
                  <a:ext uri="{FF2B5EF4-FFF2-40B4-BE49-F238E27FC236}">
                    <a16:creationId xmlns:a16="http://schemas.microsoft.com/office/drawing/2014/main" id="{A13344B4-FEE1-0FA3-CB4F-CD481D829BB4}"/>
                  </a:ext>
                </a:extLst>
              </p:cNvPr>
              <p:cNvSpPr/>
              <p:nvPr/>
            </p:nvSpPr>
            <p:spPr>
              <a:xfrm>
                <a:off x="8376475" y="4096893"/>
                <a:ext cx="166401" cy="562641"/>
              </a:xfrm>
              <a:custGeom>
                <a:avLst/>
                <a:gdLst/>
                <a:ahLst/>
                <a:cxnLst/>
                <a:rect l="l" t="t" r="r" b="b"/>
                <a:pathLst>
                  <a:path w="166401" h="562641" extrusionOk="0">
                    <a:moveTo>
                      <a:pt x="0" y="0"/>
                    </a:moveTo>
                    <a:lnTo>
                      <a:pt x="166401" y="0"/>
                    </a:lnTo>
                    <a:lnTo>
                      <a:pt x="166401" y="562642"/>
                    </a:lnTo>
                    <a:lnTo>
                      <a:pt x="0" y="56264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855;p32">
                <a:extLst>
                  <a:ext uri="{FF2B5EF4-FFF2-40B4-BE49-F238E27FC236}">
                    <a16:creationId xmlns:a16="http://schemas.microsoft.com/office/drawing/2014/main" id="{1000541B-7950-CD45-87E8-42E5FADCAD11}"/>
                  </a:ext>
                </a:extLst>
              </p:cNvPr>
              <p:cNvSpPr/>
              <p:nvPr/>
            </p:nvSpPr>
            <p:spPr>
              <a:xfrm>
                <a:off x="7925562" y="3893153"/>
                <a:ext cx="617410" cy="203739"/>
              </a:xfrm>
              <a:custGeom>
                <a:avLst/>
                <a:gdLst/>
                <a:ahLst/>
                <a:cxnLst/>
                <a:rect l="l" t="t" r="r" b="b"/>
                <a:pathLst>
                  <a:path w="617410" h="203739" extrusionOk="0">
                    <a:moveTo>
                      <a:pt x="617411" y="203740"/>
                    </a:moveTo>
                    <a:lnTo>
                      <a:pt x="487108" y="0"/>
                    </a:lnTo>
                    <a:lnTo>
                      <a:pt x="0" y="0"/>
                    </a:lnTo>
                    <a:lnTo>
                      <a:pt x="130111" y="203073"/>
                    </a:lnTo>
                    <a:lnTo>
                      <a:pt x="450913" y="203740"/>
                    </a:lnTo>
                    <a:lnTo>
                      <a:pt x="617411" y="20374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856;p32">
                <a:extLst>
                  <a:ext uri="{FF2B5EF4-FFF2-40B4-BE49-F238E27FC236}">
                    <a16:creationId xmlns:a16="http://schemas.microsoft.com/office/drawing/2014/main" id="{F07CA978-89B8-5A1D-0641-0C1E49EB15A7}"/>
                  </a:ext>
                </a:extLst>
              </p:cNvPr>
              <p:cNvSpPr/>
              <p:nvPr/>
            </p:nvSpPr>
            <p:spPr>
              <a:xfrm>
                <a:off x="7984045" y="3893153"/>
                <a:ext cx="428625" cy="108203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108203" extrusionOk="0">
                    <a:moveTo>
                      <a:pt x="0" y="92012"/>
                    </a:moveTo>
                    <a:lnTo>
                      <a:pt x="389382" y="108204"/>
                    </a:lnTo>
                    <a:lnTo>
                      <a:pt x="428625" y="0"/>
                    </a:lnTo>
                    <a:lnTo>
                      <a:pt x="0" y="92012"/>
                    </a:lnTo>
                    <a:close/>
                  </a:path>
                </a:pathLst>
              </a:custGeom>
              <a:solidFill>
                <a:srgbClr val="000000">
                  <a:alpha val="4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857;p32">
                <a:extLst>
                  <a:ext uri="{FF2B5EF4-FFF2-40B4-BE49-F238E27FC236}">
                    <a16:creationId xmlns:a16="http://schemas.microsoft.com/office/drawing/2014/main" id="{DA8959A6-07A6-5CDE-C46E-E80A2CE6BE47}"/>
                  </a:ext>
                </a:extLst>
              </p:cNvPr>
              <p:cNvSpPr/>
              <p:nvPr/>
            </p:nvSpPr>
            <p:spPr>
              <a:xfrm>
                <a:off x="7879937" y="3892676"/>
                <a:ext cx="532733" cy="95059"/>
              </a:xfrm>
              <a:custGeom>
                <a:avLst/>
                <a:gdLst/>
                <a:ahLst/>
                <a:cxnLst/>
                <a:rect l="l" t="t" r="r" b="b"/>
                <a:pathLst>
                  <a:path w="532733" h="95059" extrusionOk="0">
                    <a:moveTo>
                      <a:pt x="45625" y="0"/>
                    </a:moveTo>
                    <a:lnTo>
                      <a:pt x="0" y="91154"/>
                    </a:lnTo>
                    <a:lnTo>
                      <a:pt x="488442" y="95060"/>
                    </a:lnTo>
                    <a:lnTo>
                      <a:pt x="532733" y="476"/>
                    </a:lnTo>
                    <a:lnTo>
                      <a:pt x="4562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" name="Google Shape;858;p32">
                <a:extLst>
                  <a:ext uri="{FF2B5EF4-FFF2-40B4-BE49-F238E27FC236}">
                    <a16:creationId xmlns:a16="http://schemas.microsoft.com/office/drawing/2014/main" id="{2657C065-0447-1DB0-06BE-24A461D96159}"/>
                  </a:ext>
                </a:extLst>
              </p:cNvPr>
              <p:cNvGrpSpPr/>
              <p:nvPr/>
            </p:nvGrpSpPr>
            <p:grpSpPr>
              <a:xfrm>
                <a:off x="7995284" y="4262532"/>
                <a:ext cx="249745" cy="249745"/>
                <a:chOff x="7995284" y="4262532"/>
                <a:chExt cx="249745" cy="249745"/>
              </a:xfrm>
            </p:grpSpPr>
            <p:sp>
              <p:nvSpPr>
                <p:cNvPr id="36" name="Google Shape;859;p32">
                  <a:extLst>
                    <a:ext uri="{FF2B5EF4-FFF2-40B4-BE49-F238E27FC236}">
                      <a16:creationId xmlns:a16="http://schemas.microsoft.com/office/drawing/2014/main" id="{9036A1B0-3E45-CF19-D8C7-222884738503}"/>
                    </a:ext>
                  </a:extLst>
                </p:cNvPr>
                <p:cNvSpPr/>
                <p:nvPr/>
              </p:nvSpPr>
              <p:spPr>
                <a:xfrm>
                  <a:off x="8080724" y="4262532"/>
                  <a:ext cx="89439" cy="2497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439" h="249745" extrusionOk="0">
                      <a:moveTo>
                        <a:pt x="0" y="0"/>
                      </a:moveTo>
                      <a:lnTo>
                        <a:pt x="89440" y="0"/>
                      </a:lnTo>
                      <a:lnTo>
                        <a:pt x="89440" y="249746"/>
                      </a:lnTo>
                      <a:lnTo>
                        <a:pt x="0" y="24974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" name="Google Shape;860;p32">
                  <a:extLst>
                    <a:ext uri="{FF2B5EF4-FFF2-40B4-BE49-F238E27FC236}">
                      <a16:creationId xmlns:a16="http://schemas.microsoft.com/office/drawing/2014/main" id="{52A121CD-FC8F-3D03-0EE5-80943042E74A}"/>
                    </a:ext>
                  </a:extLst>
                </p:cNvPr>
                <p:cNvSpPr/>
                <p:nvPr/>
              </p:nvSpPr>
              <p:spPr>
                <a:xfrm rot="5400000">
                  <a:off x="8075437" y="4257341"/>
                  <a:ext cx="89439" cy="2497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439" h="249745" extrusionOk="0">
                      <a:moveTo>
                        <a:pt x="0" y="0"/>
                      </a:moveTo>
                      <a:lnTo>
                        <a:pt x="89440" y="0"/>
                      </a:lnTo>
                      <a:lnTo>
                        <a:pt x="89440" y="249745"/>
                      </a:lnTo>
                      <a:lnTo>
                        <a:pt x="0" y="249745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" name="Google Shape;861;p32">
              <a:extLst>
                <a:ext uri="{FF2B5EF4-FFF2-40B4-BE49-F238E27FC236}">
                  <a16:creationId xmlns:a16="http://schemas.microsoft.com/office/drawing/2014/main" id="{2CD9F25B-8B53-272B-6BA2-C030F7C62B7F}"/>
                </a:ext>
              </a:extLst>
            </p:cNvPr>
            <p:cNvGrpSpPr/>
            <p:nvPr/>
          </p:nvGrpSpPr>
          <p:grpSpPr>
            <a:xfrm>
              <a:off x="5004531" y="914391"/>
              <a:ext cx="965993" cy="626755"/>
              <a:chOff x="5988653" y="3307937"/>
              <a:chExt cx="705516" cy="457753"/>
            </a:xfrm>
          </p:grpSpPr>
          <p:sp>
            <p:nvSpPr>
              <p:cNvPr id="28" name="Google Shape;862;p32">
                <a:extLst>
                  <a:ext uri="{FF2B5EF4-FFF2-40B4-BE49-F238E27FC236}">
                    <a16:creationId xmlns:a16="http://schemas.microsoft.com/office/drawing/2014/main" id="{05FAB9EF-CCA5-29E0-6377-4BB8602F6679}"/>
                  </a:ext>
                </a:extLst>
              </p:cNvPr>
              <p:cNvSpPr/>
              <p:nvPr/>
            </p:nvSpPr>
            <p:spPr>
              <a:xfrm>
                <a:off x="5988653" y="3307937"/>
                <a:ext cx="703992" cy="453104"/>
              </a:xfrm>
              <a:custGeom>
                <a:avLst/>
                <a:gdLst/>
                <a:ahLst/>
                <a:cxnLst/>
                <a:rect l="l" t="t" r="r" b="b"/>
                <a:pathLst>
                  <a:path w="703992" h="453104" extrusionOk="0">
                    <a:moveTo>
                      <a:pt x="0" y="138875"/>
                    </a:moveTo>
                    <a:cubicBezTo>
                      <a:pt x="0" y="138875"/>
                      <a:pt x="78581" y="410813"/>
                      <a:pt x="326326" y="453104"/>
                    </a:cubicBezTo>
                    <a:cubicBezTo>
                      <a:pt x="326326" y="453104"/>
                      <a:pt x="580072" y="447104"/>
                      <a:pt x="703993" y="241649"/>
                    </a:cubicBezTo>
                    <a:cubicBezTo>
                      <a:pt x="703993" y="241649"/>
                      <a:pt x="498538" y="283940"/>
                      <a:pt x="323374" y="0"/>
                    </a:cubicBezTo>
                    <a:cubicBezTo>
                      <a:pt x="323374" y="0"/>
                      <a:pt x="72580" y="151067"/>
                      <a:pt x="95" y="13897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863;p32">
                <a:extLst>
                  <a:ext uri="{FF2B5EF4-FFF2-40B4-BE49-F238E27FC236}">
                    <a16:creationId xmlns:a16="http://schemas.microsoft.com/office/drawing/2014/main" id="{809A7C68-FDCB-A10E-3837-9513A36C48D3}"/>
                  </a:ext>
                </a:extLst>
              </p:cNvPr>
              <p:cNvSpPr/>
              <p:nvPr/>
            </p:nvSpPr>
            <p:spPr>
              <a:xfrm>
                <a:off x="6315741" y="3548919"/>
                <a:ext cx="378428" cy="216771"/>
              </a:xfrm>
              <a:custGeom>
                <a:avLst/>
                <a:gdLst/>
                <a:ahLst/>
                <a:cxnLst/>
                <a:rect l="l" t="t" r="r" b="b"/>
                <a:pathLst>
                  <a:path w="378428" h="216771" extrusionOk="0">
                    <a:moveTo>
                      <a:pt x="0" y="212027"/>
                    </a:moveTo>
                    <a:cubicBezTo>
                      <a:pt x="0" y="212027"/>
                      <a:pt x="79820" y="163735"/>
                      <a:pt x="81820" y="29718"/>
                    </a:cubicBezTo>
                    <a:cubicBezTo>
                      <a:pt x="81820" y="29718"/>
                      <a:pt x="245459" y="132969"/>
                      <a:pt x="378428" y="0"/>
                    </a:cubicBezTo>
                    <a:cubicBezTo>
                      <a:pt x="378428" y="0"/>
                      <a:pt x="305181" y="254318"/>
                      <a:pt x="0" y="2120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" name="Google Shape;864;p32">
              <a:extLst>
                <a:ext uri="{FF2B5EF4-FFF2-40B4-BE49-F238E27FC236}">
                  <a16:creationId xmlns:a16="http://schemas.microsoft.com/office/drawing/2014/main" id="{DAA52823-3EFB-E565-4D8F-BE396CFC41B0}"/>
                </a:ext>
              </a:extLst>
            </p:cNvPr>
            <p:cNvGrpSpPr/>
            <p:nvPr/>
          </p:nvGrpSpPr>
          <p:grpSpPr>
            <a:xfrm>
              <a:off x="8185481" y="2753769"/>
              <a:ext cx="395821" cy="680577"/>
              <a:chOff x="8434096" y="3273266"/>
              <a:chExt cx="289089" cy="497062"/>
            </a:xfrm>
          </p:grpSpPr>
          <p:sp>
            <p:nvSpPr>
              <p:cNvPr id="26" name="Google Shape;865;p32">
                <a:extLst>
                  <a:ext uri="{FF2B5EF4-FFF2-40B4-BE49-F238E27FC236}">
                    <a16:creationId xmlns:a16="http://schemas.microsoft.com/office/drawing/2014/main" id="{BD7D2472-737A-0A06-910C-1588B93DCA78}"/>
                  </a:ext>
                </a:extLst>
              </p:cNvPr>
              <p:cNvSpPr/>
              <p:nvPr/>
            </p:nvSpPr>
            <p:spPr>
              <a:xfrm>
                <a:off x="8523202" y="3548538"/>
                <a:ext cx="199983" cy="221790"/>
              </a:xfrm>
              <a:custGeom>
                <a:avLst/>
                <a:gdLst/>
                <a:ahLst/>
                <a:cxnLst/>
                <a:rect l="l" t="t" r="r" b="b"/>
                <a:pathLst>
                  <a:path w="199983" h="221790" extrusionOk="0">
                    <a:moveTo>
                      <a:pt x="8721" y="185928"/>
                    </a:moveTo>
                    <a:cubicBezTo>
                      <a:pt x="8721" y="185928"/>
                      <a:pt x="83969" y="264414"/>
                      <a:pt x="199984" y="189167"/>
                    </a:cubicBezTo>
                    <a:cubicBezTo>
                      <a:pt x="199984" y="189167"/>
                      <a:pt x="62443" y="116110"/>
                      <a:pt x="62443" y="0"/>
                    </a:cubicBezTo>
                    <a:cubicBezTo>
                      <a:pt x="62443" y="0"/>
                      <a:pt x="-27854" y="120396"/>
                      <a:pt x="8721" y="18592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866;p32">
                <a:extLst>
                  <a:ext uri="{FF2B5EF4-FFF2-40B4-BE49-F238E27FC236}">
                    <a16:creationId xmlns:a16="http://schemas.microsoft.com/office/drawing/2014/main" id="{F528D4EB-817D-F0C6-C4D5-96861D427DF7}"/>
                  </a:ext>
                </a:extLst>
              </p:cNvPr>
              <p:cNvSpPr/>
              <p:nvPr/>
            </p:nvSpPr>
            <p:spPr>
              <a:xfrm>
                <a:off x="8434096" y="3273266"/>
                <a:ext cx="242892" cy="461105"/>
              </a:xfrm>
              <a:custGeom>
                <a:avLst/>
                <a:gdLst/>
                <a:ahLst/>
                <a:cxnLst/>
                <a:rect l="l" t="t" r="r" b="b"/>
                <a:pathLst>
                  <a:path w="242892" h="461105" extrusionOk="0">
                    <a:moveTo>
                      <a:pt x="159073" y="95"/>
                    </a:moveTo>
                    <a:cubicBezTo>
                      <a:pt x="159073" y="95"/>
                      <a:pt x="-153633" y="164497"/>
                      <a:pt x="97827" y="461105"/>
                    </a:cubicBezTo>
                    <a:cubicBezTo>
                      <a:pt x="97827" y="461105"/>
                      <a:pt x="75253" y="348234"/>
                      <a:pt x="242892" y="264414"/>
                    </a:cubicBezTo>
                    <a:lnTo>
                      <a:pt x="15907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" name="Google Shape;867;p32">
              <a:extLst>
                <a:ext uri="{FF2B5EF4-FFF2-40B4-BE49-F238E27FC236}">
                  <a16:creationId xmlns:a16="http://schemas.microsoft.com/office/drawing/2014/main" id="{CDD83268-CE18-65AA-409F-184BDB3A3F3D}"/>
                </a:ext>
              </a:extLst>
            </p:cNvPr>
            <p:cNvGrpSpPr/>
            <p:nvPr/>
          </p:nvGrpSpPr>
          <p:grpSpPr>
            <a:xfrm rot="1288635">
              <a:off x="5227100" y="3178750"/>
              <a:ext cx="697847" cy="1348177"/>
              <a:chOff x="6585775" y="3810857"/>
              <a:chExt cx="406530" cy="785336"/>
            </a:xfrm>
          </p:grpSpPr>
          <p:sp>
            <p:nvSpPr>
              <p:cNvPr id="18" name="Google Shape;868;p32">
                <a:extLst>
                  <a:ext uri="{FF2B5EF4-FFF2-40B4-BE49-F238E27FC236}">
                    <a16:creationId xmlns:a16="http://schemas.microsoft.com/office/drawing/2014/main" id="{A6B7FD1A-3262-3AF1-A3AC-8353EDD6BFA2}"/>
                  </a:ext>
                </a:extLst>
              </p:cNvPr>
              <p:cNvSpPr/>
              <p:nvPr/>
            </p:nvSpPr>
            <p:spPr>
              <a:xfrm>
                <a:off x="6585775" y="3910298"/>
                <a:ext cx="406526" cy="685895"/>
              </a:xfrm>
              <a:custGeom>
                <a:avLst/>
                <a:gdLst/>
                <a:ahLst/>
                <a:cxnLst/>
                <a:rect l="l" t="t" r="r" b="b"/>
                <a:pathLst>
                  <a:path w="406526" h="685895" extrusionOk="0">
                    <a:moveTo>
                      <a:pt x="406527" y="205454"/>
                    </a:moveTo>
                    <a:lnTo>
                      <a:pt x="406527" y="594360"/>
                    </a:lnTo>
                    <a:cubicBezTo>
                      <a:pt x="406527" y="600361"/>
                      <a:pt x="404527" y="606266"/>
                      <a:pt x="400621" y="610838"/>
                    </a:cubicBezTo>
                    <a:cubicBezTo>
                      <a:pt x="385000" y="629984"/>
                      <a:pt x="335661" y="677228"/>
                      <a:pt x="228124" y="684847"/>
                    </a:cubicBezTo>
                    <a:cubicBezTo>
                      <a:pt x="218503" y="685610"/>
                      <a:pt x="208312" y="685895"/>
                      <a:pt x="197644" y="685895"/>
                    </a:cubicBezTo>
                    <a:cubicBezTo>
                      <a:pt x="77819" y="685895"/>
                      <a:pt x="26479" y="652939"/>
                      <a:pt x="8382" y="636556"/>
                    </a:cubicBezTo>
                    <a:cubicBezTo>
                      <a:pt x="2953" y="631698"/>
                      <a:pt x="0" y="624649"/>
                      <a:pt x="0" y="617411"/>
                    </a:cubicBezTo>
                    <a:lnTo>
                      <a:pt x="0" y="207645"/>
                    </a:lnTo>
                    <a:cubicBezTo>
                      <a:pt x="0" y="90869"/>
                      <a:pt x="101060" y="75152"/>
                      <a:pt x="101060" y="75152"/>
                    </a:cubicBezTo>
                    <a:lnTo>
                      <a:pt x="101060" y="1429"/>
                    </a:lnTo>
                    <a:cubicBezTo>
                      <a:pt x="105537" y="5810"/>
                      <a:pt x="289655" y="0"/>
                      <a:pt x="289655" y="0"/>
                    </a:cubicBezTo>
                    <a:lnTo>
                      <a:pt x="289655" y="70771"/>
                    </a:lnTo>
                    <a:cubicBezTo>
                      <a:pt x="408622" y="86487"/>
                      <a:pt x="406432" y="205454"/>
                      <a:pt x="406432" y="20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869;p32">
                <a:extLst>
                  <a:ext uri="{FF2B5EF4-FFF2-40B4-BE49-F238E27FC236}">
                    <a16:creationId xmlns:a16="http://schemas.microsoft.com/office/drawing/2014/main" id="{DF31855F-F422-15F3-879E-D2CBB2AD7E4F}"/>
                  </a:ext>
                </a:extLst>
              </p:cNvPr>
              <p:cNvSpPr/>
              <p:nvPr/>
            </p:nvSpPr>
            <p:spPr>
              <a:xfrm>
                <a:off x="6686888" y="3911346"/>
                <a:ext cx="42" cy="380"/>
              </a:xfrm>
              <a:custGeom>
                <a:avLst/>
                <a:gdLst/>
                <a:ahLst/>
                <a:cxnLst/>
                <a:rect l="l" t="t" r="r" b="b"/>
                <a:pathLst>
                  <a:path w="42" h="380" extrusionOk="0">
                    <a:moveTo>
                      <a:pt x="42" y="0"/>
                    </a:moveTo>
                    <a:lnTo>
                      <a:pt x="42" y="381"/>
                    </a:lnTo>
                    <a:cubicBezTo>
                      <a:pt x="42" y="381"/>
                      <a:pt x="-53" y="95"/>
                      <a:pt x="42" y="0"/>
                    </a:cubicBezTo>
                    <a:close/>
                  </a:path>
                </a:pathLst>
              </a:custGeom>
              <a:solidFill>
                <a:srgbClr val="FFA71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870;p32">
                <a:extLst>
                  <a:ext uri="{FF2B5EF4-FFF2-40B4-BE49-F238E27FC236}">
                    <a16:creationId xmlns:a16="http://schemas.microsoft.com/office/drawing/2014/main" id="{E273987C-3FDB-94D3-EA12-D0C2328591BD}"/>
                  </a:ext>
                </a:extLst>
              </p:cNvPr>
              <p:cNvSpPr/>
              <p:nvPr/>
            </p:nvSpPr>
            <p:spPr>
              <a:xfrm>
                <a:off x="6695884" y="4155185"/>
                <a:ext cx="296417" cy="328615"/>
              </a:xfrm>
              <a:custGeom>
                <a:avLst/>
                <a:gdLst/>
                <a:ahLst/>
                <a:cxnLst/>
                <a:rect l="l" t="t" r="r" b="b"/>
                <a:pathLst>
                  <a:path w="296417" h="328615" extrusionOk="0">
                    <a:moveTo>
                      <a:pt x="0" y="315278"/>
                    </a:moveTo>
                    <a:lnTo>
                      <a:pt x="0" y="32385"/>
                    </a:lnTo>
                    <a:cubicBezTo>
                      <a:pt x="0" y="32385"/>
                      <a:pt x="188881" y="70676"/>
                      <a:pt x="296418" y="0"/>
                    </a:cubicBezTo>
                    <a:lnTo>
                      <a:pt x="296418" y="283940"/>
                    </a:lnTo>
                    <a:cubicBezTo>
                      <a:pt x="296418" y="283940"/>
                      <a:pt x="186404" y="358045"/>
                      <a:pt x="0" y="31537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871;p32">
                <a:extLst>
                  <a:ext uri="{FF2B5EF4-FFF2-40B4-BE49-F238E27FC236}">
                    <a16:creationId xmlns:a16="http://schemas.microsoft.com/office/drawing/2014/main" id="{86B5D566-0A90-7062-8ABE-649B7746214D}"/>
                  </a:ext>
                </a:extLst>
              </p:cNvPr>
              <p:cNvSpPr/>
              <p:nvPr/>
            </p:nvSpPr>
            <p:spPr>
              <a:xfrm>
                <a:off x="6686888" y="3911346"/>
                <a:ext cx="42" cy="380"/>
              </a:xfrm>
              <a:custGeom>
                <a:avLst/>
                <a:gdLst/>
                <a:ahLst/>
                <a:cxnLst/>
                <a:rect l="l" t="t" r="r" b="b"/>
                <a:pathLst>
                  <a:path w="42" h="380" extrusionOk="0">
                    <a:moveTo>
                      <a:pt x="42" y="0"/>
                    </a:moveTo>
                    <a:lnTo>
                      <a:pt x="42" y="381"/>
                    </a:lnTo>
                    <a:cubicBezTo>
                      <a:pt x="42" y="381"/>
                      <a:pt x="-53" y="95"/>
                      <a:pt x="4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872;p32">
                <a:extLst>
                  <a:ext uri="{FF2B5EF4-FFF2-40B4-BE49-F238E27FC236}">
                    <a16:creationId xmlns:a16="http://schemas.microsoft.com/office/drawing/2014/main" id="{0590AB94-1277-988B-2D1F-54D0EF67E547}"/>
                  </a:ext>
                </a:extLst>
              </p:cNvPr>
              <p:cNvSpPr/>
              <p:nvPr/>
            </p:nvSpPr>
            <p:spPr>
              <a:xfrm>
                <a:off x="6686931" y="3910393"/>
                <a:ext cx="305374" cy="684752"/>
              </a:xfrm>
              <a:custGeom>
                <a:avLst/>
                <a:gdLst/>
                <a:ahLst/>
                <a:cxnLst/>
                <a:rect l="l" t="t" r="r" b="b"/>
                <a:pathLst>
                  <a:path w="305374" h="684752" extrusionOk="0">
                    <a:moveTo>
                      <a:pt x="305371" y="205359"/>
                    </a:moveTo>
                    <a:lnTo>
                      <a:pt x="305371" y="594265"/>
                    </a:lnTo>
                    <a:cubicBezTo>
                      <a:pt x="305371" y="600265"/>
                      <a:pt x="303371" y="606171"/>
                      <a:pt x="299466" y="610743"/>
                    </a:cubicBezTo>
                    <a:cubicBezTo>
                      <a:pt x="283845" y="629888"/>
                      <a:pt x="234505" y="677132"/>
                      <a:pt x="126968" y="684752"/>
                    </a:cubicBezTo>
                    <a:cubicBezTo>
                      <a:pt x="141541" y="661797"/>
                      <a:pt x="164306" y="640937"/>
                      <a:pt x="182023" y="619982"/>
                    </a:cubicBezTo>
                    <a:cubicBezTo>
                      <a:pt x="223647" y="570643"/>
                      <a:pt x="242030" y="504825"/>
                      <a:pt x="244412" y="440246"/>
                    </a:cubicBezTo>
                    <a:cubicBezTo>
                      <a:pt x="246697" y="375666"/>
                      <a:pt x="234315" y="311563"/>
                      <a:pt x="220408" y="248412"/>
                    </a:cubicBezTo>
                    <a:cubicBezTo>
                      <a:pt x="209455" y="198691"/>
                      <a:pt x="196024" y="144494"/>
                      <a:pt x="161258" y="105537"/>
                    </a:cubicBezTo>
                    <a:cubicBezTo>
                      <a:pt x="120301" y="59626"/>
                      <a:pt x="67532" y="61817"/>
                      <a:pt x="12192" y="49911"/>
                    </a:cubicBezTo>
                    <a:cubicBezTo>
                      <a:pt x="7906" y="48958"/>
                      <a:pt x="3905" y="48006"/>
                      <a:pt x="0" y="46768"/>
                    </a:cubicBezTo>
                    <a:lnTo>
                      <a:pt x="0" y="1429"/>
                    </a:lnTo>
                    <a:cubicBezTo>
                      <a:pt x="4477" y="5810"/>
                      <a:pt x="188595" y="0"/>
                      <a:pt x="188595" y="0"/>
                    </a:cubicBezTo>
                    <a:lnTo>
                      <a:pt x="188595" y="70771"/>
                    </a:lnTo>
                    <a:cubicBezTo>
                      <a:pt x="307562" y="86487"/>
                      <a:pt x="305371" y="205454"/>
                      <a:pt x="305371" y="205454"/>
                    </a:cubicBezTo>
                    <a:close/>
                  </a:path>
                </a:pathLst>
              </a:custGeom>
              <a:solidFill>
                <a:srgbClr val="000000">
                  <a:alpha val="4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3" name="Google Shape;873;p32">
                <a:extLst>
                  <a:ext uri="{FF2B5EF4-FFF2-40B4-BE49-F238E27FC236}">
                    <a16:creationId xmlns:a16="http://schemas.microsoft.com/office/drawing/2014/main" id="{EE87A1BB-C0C0-60AF-07E1-1C09AF55E399}"/>
                  </a:ext>
                </a:extLst>
              </p:cNvPr>
              <p:cNvGrpSpPr/>
              <p:nvPr/>
            </p:nvGrpSpPr>
            <p:grpSpPr>
              <a:xfrm>
                <a:off x="6660261" y="3810857"/>
                <a:ext cx="238125" cy="141160"/>
                <a:chOff x="6660261" y="3810857"/>
                <a:chExt cx="238125" cy="141160"/>
              </a:xfrm>
            </p:grpSpPr>
            <p:sp>
              <p:nvSpPr>
                <p:cNvPr id="24" name="Google Shape;874;p32">
                  <a:extLst>
                    <a:ext uri="{FF2B5EF4-FFF2-40B4-BE49-F238E27FC236}">
                      <a16:creationId xmlns:a16="http://schemas.microsoft.com/office/drawing/2014/main" id="{2346570B-60B1-30CB-9A32-6D0BB12A07A1}"/>
                    </a:ext>
                  </a:extLst>
                </p:cNvPr>
                <p:cNvSpPr/>
                <p:nvPr/>
              </p:nvSpPr>
              <p:spPr>
                <a:xfrm>
                  <a:off x="6660451" y="3845242"/>
                  <a:ext cx="237839" cy="10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839" h="106775" extrusionOk="0">
                      <a:moveTo>
                        <a:pt x="0" y="95"/>
                      </a:moveTo>
                      <a:lnTo>
                        <a:pt x="0" y="78867"/>
                      </a:lnTo>
                      <a:cubicBezTo>
                        <a:pt x="0" y="81343"/>
                        <a:pt x="1238" y="83725"/>
                        <a:pt x="3429" y="85058"/>
                      </a:cubicBezTo>
                      <a:cubicBezTo>
                        <a:pt x="13335" y="91154"/>
                        <a:pt x="46768" y="106775"/>
                        <a:pt x="126778" y="106775"/>
                      </a:cubicBezTo>
                      <a:cubicBezTo>
                        <a:pt x="206788" y="106775"/>
                        <a:pt x="231076" y="85439"/>
                        <a:pt x="235648" y="78581"/>
                      </a:cubicBezTo>
                      <a:cubicBezTo>
                        <a:pt x="236410" y="77438"/>
                        <a:pt x="236791" y="76105"/>
                        <a:pt x="236791" y="74676"/>
                      </a:cubicBezTo>
                      <a:lnTo>
                        <a:pt x="237839" y="0"/>
                      </a:lnTo>
                      <a:cubicBezTo>
                        <a:pt x="237839" y="0"/>
                        <a:pt x="1429" y="1524"/>
                        <a:pt x="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" name="Google Shape;875;p32">
                  <a:extLst>
                    <a:ext uri="{FF2B5EF4-FFF2-40B4-BE49-F238E27FC236}">
                      <a16:creationId xmlns:a16="http://schemas.microsoft.com/office/drawing/2014/main" id="{AD076E01-422A-CD21-1BD0-7F39C26EC7A2}"/>
                    </a:ext>
                  </a:extLst>
                </p:cNvPr>
                <p:cNvSpPr/>
                <p:nvPr/>
              </p:nvSpPr>
              <p:spPr>
                <a:xfrm>
                  <a:off x="6660261" y="3810857"/>
                  <a:ext cx="238125" cy="674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" h="67437" extrusionOk="0">
                      <a:moveTo>
                        <a:pt x="238125" y="33719"/>
                      </a:moveTo>
                      <a:cubicBezTo>
                        <a:pt x="238125" y="52341"/>
                        <a:pt x="184819" y="67437"/>
                        <a:pt x="119062" y="67437"/>
                      </a:cubicBezTo>
                      <a:cubicBezTo>
                        <a:pt x="53306" y="67437"/>
                        <a:pt x="0" y="52341"/>
                        <a:pt x="0" y="33719"/>
                      </a:cubicBezTo>
                      <a:cubicBezTo>
                        <a:pt x="0" y="15096"/>
                        <a:pt x="53306" y="0"/>
                        <a:pt x="119062" y="0"/>
                      </a:cubicBezTo>
                      <a:cubicBezTo>
                        <a:pt x="184819" y="0"/>
                        <a:pt x="238125" y="15096"/>
                        <a:pt x="238125" y="3371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" name="Google Shape;609;p33">
            <a:extLst>
              <a:ext uri="{FF2B5EF4-FFF2-40B4-BE49-F238E27FC236}">
                <a16:creationId xmlns:a16="http://schemas.microsoft.com/office/drawing/2014/main" id="{966CFE39-8FC7-FE29-E9B3-7204FA5883D8}"/>
              </a:ext>
            </a:extLst>
          </p:cNvPr>
          <p:cNvSpPr/>
          <p:nvPr/>
        </p:nvSpPr>
        <p:spPr>
          <a:xfrm>
            <a:off x="8728183" y="4684686"/>
            <a:ext cx="343849" cy="343831"/>
          </a:xfrm>
          <a:custGeom>
            <a:avLst/>
            <a:gdLst/>
            <a:ahLst/>
            <a:cxnLst/>
            <a:rect l="l" t="t" r="r" b="b"/>
            <a:pathLst>
              <a:path w="297675" h="297675" extrusionOk="0">
                <a:moveTo>
                  <a:pt x="297675" y="148838"/>
                </a:moveTo>
                <a:cubicBezTo>
                  <a:pt x="297675" y="231038"/>
                  <a:pt x="231038" y="297675"/>
                  <a:pt x="148838" y="297675"/>
                </a:cubicBezTo>
                <a:cubicBezTo>
                  <a:pt x="66637" y="297675"/>
                  <a:pt x="0" y="231038"/>
                  <a:pt x="0" y="148838"/>
                </a:cubicBezTo>
                <a:cubicBezTo>
                  <a:pt x="0" y="66637"/>
                  <a:pt x="66637" y="0"/>
                  <a:pt x="148838" y="0"/>
                </a:cubicBezTo>
                <a:cubicBezTo>
                  <a:pt x="231038" y="0"/>
                  <a:pt x="297675" y="66637"/>
                  <a:pt x="297675" y="148838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dirty="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5911EF-BF13-8291-4D41-1CBEEAC3DFCE}"/>
              </a:ext>
            </a:extLst>
          </p:cNvPr>
          <p:cNvSpPr txBox="1"/>
          <p:nvPr/>
        </p:nvSpPr>
        <p:spPr>
          <a:xfrm>
            <a:off x="481692" y="999268"/>
            <a:ext cx="6630149" cy="523220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Principe : </a:t>
            </a:r>
            <a:r>
              <a:rPr lang="fr-FR" b="1" dirty="0"/>
              <a:t>Modèle local </a:t>
            </a:r>
            <a:r>
              <a:rPr lang="fr-FR" dirty="0" err="1"/>
              <a:t>ollama</a:t>
            </a:r>
            <a:r>
              <a:rPr lang="fr-FR" dirty="0"/>
              <a:t> + </a:t>
            </a:r>
            <a:r>
              <a:rPr lang="en-US" dirty="0"/>
              <a:t>Phi-3 Mini 4K Instruct </a:t>
            </a:r>
            <a:r>
              <a:rPr lang="fr-FR" dirty="0"/>
              <a:t>avec few-shot </a:t>
            </a:r>
            <a:r>
              <a:rPr lang="fr-FR" dirty="0" err="1"/>
              <a:t>learning</a:t>
            </a:r>
            <a:endParaRPr lang="fr-FR" dirty="0"/>
          </a:p>
          <a:p>
            <a:r>
              <a:rPr lang="fr-FR" dirty="0"/>
              <a:t>Approche : Prompt avec exemples intégrés</a:t>
            </a:r>
          </a:p>
        </p:txBody>
      </p:sp>
      <p:sp>
        <p:nvSpPr>
          <p:cNvPr id="6" name="Google Shape;748;p35">
            <a:extLst>
              <a:ext uri="{FF2B5EF4-FFF2-40B4-BE49-F238E27FC236}">
                <a16:creationId xmlns:a16="http://schemas.microsoft.com/office/drawing/2014/main" id="{C39D4BD6-2621-A2CB-59FB-DDD9004CF093}"/>
              </a:ext>
            </a:extLst>
          </p:cNvPr>
          <p:cNvSpPr/>
          <p:nvPr/>
        </p:nvSpPr>
        <p:spPr>
          <a:xfrm rot="10800000">
            <a:off x="8507547" y="-2863633"/>
            <a:ext cx="5313540" cy="5305907"/>
          </a:xfrm>
          <a:custGeom>
            <a:avLst/>
            <a:gdLst/>
            <a:ahLst/>
            <a:cxnLst/>
            <a:rect l="l" t="t" r="r" b="b"/>
            <a:pathLst>
              <a:path w="82518" h="82518" extrusionOk="0">
                <a:moveTo>
                  <a:pt x="83711" y="41608"/>
                </a:moveTo>
                <a:cubicBezTo>
                  <a:pt x="83711" y="64398"/>
                  <a:pt x="65233" y="82871"/>
                  <a:pt x="42449" y="82871"/>
                </a:cubicBezTo>
                <a:cubicBezTo>
                  <a:pt x="19665" y="82871"/>
                  <a:pt x="1193" y="64398"/>
                  <a:pt x="1193" y="41608"/>
                </a:cubicBezTo>
                <a:cubicBezTo>
                  <a:pt x="1193" y="18824"/>
                  <a:pt x="19665" y="352"/>
                  <a:pt x="42449" y="352"/>
                </a:cubicBezTo>
                <a:cubicBezTo>
                  <a:pt x="65233" y="352"/>
                  <a:pt x="83711" y="18824"/>
                  <a:pt x="83711" y="416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" name="Google Shape;753;p35">
            <a:extLst>
              <a:ext uri="{FF2B5EF4-FFF2-40B4-BE49-F238E27FC236}">
                <a16:creationId xmlns:a16="http://schemas.microsoft.com/office/drawing/2014/main" id="{79B57F07-05AA-CD8F-F41D-268054D5CC76}"/>
              </a:ext>
            </a:extLst>
          </p:cNvPr>
          <p:cNvGrpSpPr/>
          <p:nvPr/>
        </p:nvGrpSpPr>
        <p:grpSpPr>
          <a:xfrm rot="16200000">
            <a:off x="7700595" y="410324"/>
            <a:ext cx="945222" cy="319917"/>
            <a:chOff x="1608712" y="575096"/>
            <a:chExt cx="670466" cy="226924"/>
          </a:xfrm>
        </p:grpSpPr>
        <p:sp>
          <p:nvSpPr>
            <p:cNvPr id="8" name="Google Shape;754;p35">
              <a:extLst>
                <a:ext uri="{FF2B5EF4-FFF2-40B4-BE49-F238E27FC236}">
                  <a16:creationId xmlns:a16="http://schemas.microsoft.com/office/drawing/2014/main" id="{9D8CEE46-704A-FDE6-4073-0FD82D039D8D}"/>
                </a:ext>
              </a:extLst>
            </p:cNvPr>
            <p:cNvSpPr/>
            <p:nvPr/>
          </p:nvSpPr>
          <p:spPr>
            <a:xfrm>
              <a:off x="1763432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608"/>
                  </a:moveTo>
                  <a:cubicBezTo>
                    <a:pt x="83609" y="64398"/>
                    <a:pt x="65136" y="82871"/>
                    <a:pt x="42353" y="82871"/>
                  </a:cubicBezTo>
                  <a:cubicBezTo>
                    <a:pt x="19556" y="82871"/>
                    <a:pt x="1090" y="64398"/>
                    <a:pt x="1090" y="41608"/>
                  </a:cubicBezTo>
                  <a:cubicBezTo>
                    <a:pt x="1090" y="18824"/>
                    <a:pt x="19556" y="352"/>
                    <a:pt x="42353" y="352"/>
                  </a:cubicBezTo>
                  <a:cubicBezTo>
                    <a:pt x="65136" y="352"/>
                    <a:pt x="83609" y="18824"/>
                    <a:pt x="83609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755;p35">
              <a:extLst>
                <a:ext uri="{FF2B5EF4-FFF2-40B4-BE49-F238E27FC236}">
                  <a16:creationId xmlns:a16="http://schemas.microsoft.com/office/drawing/2014/main" id="{30FFBA86-DEFC-B30C-6926-B3D8373DE5A7}"/>
                </a:ext>
              </a:extLst>
            </p:cNvPr>
            <p:cNvSpPr/>
            <p:nvPr/>
          </p:nvSpPr>
          <p:spPr>
            <a:xfrm>
              <a:off x="1608712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756;p35">
              <a:extLst>
                <a:ext uri="{FF2B5EF4-FFF2-40B4-BE49-F238E27FC236}">
                  <a16:creationId xmlns:a16="http://schemas.microsoft.com/office/drawing/2014/main" id="{9E203DD5-86BB-045F-016E-BE5D7ECEE47A}"/>
                </a:ext>
              </a:extLst>
            </p:cNvPr>
            <p:cNvSpPr/>
            <p:nvPr/>
          </p:nvSpPr>
          <p:spPr>
            <a:xfrm>
              <a:off x="1918157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757;p35">
              <a:extLst>
                <a:ext uri="{FF2B5EF4-FFF2-40B4-BE49-F238E27FC236}">
                  <a16:creationId xmlns:a16="http://schemas.microsoft.com/office/drawing/2014/main" id="{5B59A8AB-DF10-D47B-2B1F-D3E000568001}"/>
                </a:ext>
              </a:extLst>
            </p:cNvPr>
            <p:cNvSpPr/>
            <p:nvPr/>
          </p:nvSpPr>
          <p:spPr>
            <a:xfrm>
              <a:off x="1763436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758;p35">
              <a:extLst>
                <a:ext uri="{FF2B5EF4-FFF2-40B4-BE49-F238E27FC236}">
                  <a16:creationId xmlns:a16="http://schemas.microsoft.com/office/drawing/2014/main" id="{AFB8BC9D-9989-25D7-089A-7E13F8CE48F0}"/>
                </a:ext>
              </a:extLst>
            </p:cNvPr>
            <p:cNvSpPr/>
            <p:nvPr/>
          </p:nvSpPr>
          <p:spPr>
            <a:xfrm>
              <a:off x="2062560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608"/>
                  </a:moveTo>
                  <a:cubicBezTo>
                    <a:pt x="83807" y="64398"/>
                    <a:pt x="65342" y="82871"/>
                    <a:pt x="42551" y="82871"/>
                  </a:cubicBezTo>
                  <a:cubicBezTo>
                    <a:pt x="19761" y="82871"/>
                    <a:pt x="1289" y="64398"/>
                    <a:pt x="1289" y="41608"/>
                  </a:cubicBezTo>
                  <a:cubicBezTo>
                    <a:pt x="1289" y="18824"/>
                    <a:pt x="19761" y="352"/>
                    <a:pt x="42551" y="352"/>
                  </a:cubicBezTo>
                  <a:cubicBezTo>
                    <a:pt x="65342" y="352"/>
                    <a:pt x="83807" y="18824"/>
                    <a:pt x="83807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759;p35">
              <a:extLst>
                <a:ext uri="{FF2B5EF4-FFF2-40B4-BE49-F238E27FC236}">
                  <a16:creationId xmlns:a16="http://schemas.microsoft.com/office/drawing/2014/main" id="{4C9C752E-EC1B-21AE-A8B6-ED9DB61AFD22}"/>
                </a:ext>
              </a:extLst>
            </p:cNvPr>
            <p:cNvSpPr/>
            <p:nvPr/>
          </p:nvSpPr>
          <p:spPr>
            <a:xfrm>
              <a:off x="1907840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760;p35">
              <a:extLst>
                <a:ext uri="{FF2B5EF4-FFF2-40B4-BE49-F238E27FC236}">
                  <a16:creationId xmlns:a16="http://schemas.microsoft.com/office/drawing/2014/main" id="{749DC1C4-F913-1A36-6F42-9F16EFA863B5}"/>
                </a:ext>
              </a:extLst>
            </p:cNvPr>
            <p:cNvSpPr/>
            <p:nvPr/>
          </p:nvSpPr>
          <p:spPr>
            <a:xfrm>
              <a:off x="2217284" y="575096"/>
              <a:ext cx="61893" cy="61889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608"/>
                  </a:moveTo>
                  <a:cubicBezTo>
                    <a:pt x="83917" y="64398"/>
                    <a:pt x="65438" y="82871"/>
                    <a:pt x="42654" y="82871"/>
                  </a:cubicBezTo>
                  <a:cubicBezTo>
                    <a:pt x="19870" y="82871"/>
                    <a:pt x="1392" y="64398"/>
                    <a:pt x="1392" y="41608"/>
                  </a:cubicBezTo>
                  <a:cubicBezTo>
                    <a:pt x="1392" y="18824"/>
                    <a:pt x="19870" y="352"/>
                    <a:pt x="42654" y="352"/>
                  </a:cubicBezTo>
                  <a:cubicBezTo>
                    <a:pt x="65438" y="352"/>
                    <a:pt x="83917" y="18824"/>
                    <a:pt x="83917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761;p35">
              <a:extLst>
                <a:ext uri="{FF2B5EF4-FFF2-40B4-BE49-F238E27FC236}">
                  <a16:creationId xmlns:a16="http://schemas.microsoft.com/office/drawing/2014/main" id="{ED3889B8-3C42-669A-7DA5-1EF042A929C4}"/>
                </a:ext>
              </a:extLst>
            </p:cNvPr>
            <p:cNvSpPr/>
            <p:nvPr/>
          </p:nvSpPr>
          <p:spPr>
            <a:xfrm>
              <a:off x="2062564" y="740131"/>
              <a:ext cx="61893" cy="61889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764;p35">
            <a:extLst>
              <a:ext uri="{FF2B5EF4-FFF2-40B4-BE49-F238E27FC236}">
                <a16:creationId xmlns:a16="http://schemas.microsoft.com/office/drawing/2014/main" id="{6954EF6B-13F2-731B-AB10-4F8BC3C9EAAD}"/>
              </a:ext>
            </a:extLst>
          </p:cNvPr>
          <p:cNvSpPr/>
          <p:nvPr/>
        </p:nvSpPr>
        <p:spPr>
          <a:xfrm rot="10800000">
            <a:off x="118728" y="102776"/>
            <a:ext cx="186812" cy="186812"/>
          </a:xfrm>
          <a:custGeom>
            <a:avLst/>
            <a:gdLst/>
            <a:ahLst/>
            <a:cxnLst/>
            <a:rect l="l" t="t" r="r" b="b"/>
            <a:pathLst>
              <a:path w="259461" h="259461" extrusionOk="0">
                <a:moveTo>
                  <a:pt x="259461" y="87687"/>
                </a:moveTo>
                <a:lnTo>
                  <a:pt x="171774" y="87687"/>
                </a:lnTo>
                <a:lnTo>
                  <a:pt x="171774" y="0"/>
                </a:lnTo>
                <a:lnTo>
                  <a:pt x="87687" y="0"/>
                </a:lnTo>
                <a:lnTo>
                  <a:pt x="87687" y="87687"/>
                </a:lnTo>
                <a:lnTo>
                  <a:pt x="0" y="87687"/>
                </a:lnTo>
                <a:lnTo>
                  <a:pt x="0" y="171774"/>
                </a:lnTo>
                <a:lnTo>
                  <a:pt x="87687" y="171774"/>
                </a:lnTo>
                <a:lnTo>
                  <a:pt x="87687" y="259461"/>
                </a:lnTo>
                <a:lnTo>
                  <a:pt x="171774" y="259461"/>
                </a:lnTo>
                <a:lnTo>
                  <a:pt x="171774" y="171774"/>
                </a:lnTo>
                <a:lnTo>
                  <a:pt x="259461" y="17177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764;p35">
            <a:extLst>
              <a:ext uri="{FF2B5EF4-FFF2-40B4-BE49-F238E27FC236}">
                <a16:creationId xmlns:a16="http://schemas.microsoft.com/office/drawing/2014/main" id="{2AD0088C-CA0A-14EC-C0BC-E48B29853262}"/>
              </a:ext>
            </a:extLst>
          </p:cNvPr>
          <p:cNvSpPr/>
          <p:nvPr/>
        </p:nvSpPr>
        <p:spPr>
          <a:xfrm rot="10800000">
            <a:off x="55393" y="391952"/>
            <a:ext cx="186812" cy="186812"/>
          </a:xfrm>
          <a:custGeom>
            <a:avLst/>
            <a:gdLst/>
            <a:ahLst/>
            <a:cxnLst/>
            <a:rect l="l" t="t" r="r" b="b"/>
            <a:pathLst>
              <a:path w="259461" h="259461" extrusionOk="0">
                <a:moveTo>
                  <a:pt x="259461" y="87687"/>
                </a:moveTo>
                <a:lnTo>
                  <a:pt x="171774" y="87687"/>
                </a:lnTo>
                <a:lnTo>
                  <a:pt x="171774" y="0"/>
                </a:lnTo>
                <a:lnTo>
                  <a:pt x="87687" y="0"/>
                </a:lnTo>
                <a:lnTo>
                  <a:pt x="87687" y="87687"/>
                </a:lnTo>
                <a:lnTo>
                  <a:pt x="0" y="87687"/>
                </a:lnTo>
                <a:lnTo>
                  <a:pt x="0" y="171774"/>
                </a:lnTo>
                <a:lnTo>
                  <a:pt x="87687" y="171774"/>
                </a:lnTo>
                <a:lnTo>
                  <a:pt x="87687" y="259461"/>
                </a:lnTo>
                <a:lnTo>
                  <a:pt x="171774" y="259461"/>
                </a:lnTo>
                <a:lnTo>
                  <a:pt x="171774" y="171774"/>
                </a:lnTo>
                <a:lnTo>
                  <a:pt x="259461" y="17177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764;p35">
            <a:extLst>
              <a:ext uri="{FF2B5EF4-FFF2-40B4-BE49-F238E27FC236}">
                <a16:creationId xmlns:a16="http://schemas.microsoft.com/office/drawing/2014/main" id="{62B55B6A-DB20-9C13-FEFE-0143D9D16650}"/>
              </a:ext>
            </a:extLst>
          </p:cNvPr>
          <p:cNvSpPr/>
          <p:nvPr/>
        </p:nvSpPr>
        <p:spPr>
          <a:xfrm rot="10800000">
            <a:off x="7701784" y="188103"/>
            <a:ext cx="186812" cy="186812"/>
          </a:xfrm>
          <a:custGeom>
            <a:avLst/>
            <a:gdLst/>
            <a:ahLst/>
            <a:cxnLst/>
            <a:rect l="l" t="t" r="r" b="b"/>
            <a:pathLst>
              <a:path w="259461" h="259461" extrusionOk="0">
                <a:moveTo>
                  <a:pt x="259461" y="87687"/>
                </a:moveTo>
                <a:lnTo>
                  <a:pt x="171774" y="87687"/>
                </a:lnTo>
                <a:lnTo>
                  <a:pt x="171774" y="0"/>
                </a:lnTo>
                <a:lnTo>
                  <a:pt x="87687" y="0"/>
                </a:lnTo>
                <a:lnTo>
                  <a:pt x="87687" y="87687"/>
                </a:lnTo>
                <a:lnTo>
                  <a:pt x="0" y="87687"/>
                </a:lnTo>
                <a:lnTo>
                  <a:pt x="0" y="171774"/>
                </a:lnTo>
                <a:lnTo>
                  <a:pt x="87687" y="171774"/>
                </a:lnTo>
                <a:lnTo>
                  <a:pt x="87687" y="259461"/>
                </a:lnTo>
                <a:lnTo>
                  <a:pt x="171774" y="259461"/>
                </a:lnTo>
                <a:lnTo>
                  <a:pt x="171774" y="171774"/>
                </a:lnTo>
                <a:lnTo>
                  <a:pt x="259461" y="17177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D1E16353-691C-7773-6725-22DBC5C6ACB8}"/>
              </a:ext>
            </a:extLst>
          </p:cNvPr>
          <p:cNvSpPr/>
          <p:nvPr/>
        </p:nvSpPr>
        <p:spPr>
          <a:xfrm>
            <a:off x="4523438" y="2016687"/>
            <a:ext cx="2910295" cy="140871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54F6AD78-A9F4-6D79-7180-E26659A3483E}"/>
              </a:ext>
            </a:extLst>
          </p:cNvPr>
          <p:cNvSpPr txBox="1"/>
          <p:nvPr/>
        </p:nvSpPr>
        <p:spPr>
          <a:xfrm>
            <a:off x="866829" y="2109657"/>
            <a:ext cx="324455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  Avantages :</a:t>
            </a:r>
          </a:p>
          <a:p>
            <a:endParaRPr lang="fr-FR" dirty="0"/>
          </a:p>
          <a:p>
            <a:r>
              <a:rPr lang="fr-FR" dirty="0"/>
              <a:t>+ open source</a:t>
            </a:r>
          </a:p>
          <a:p>
            <a:r>
              <a:rPr lang="fr-FR" dirty="0"/>
              <a:t>+ </a:t>
            </a:r>
            <a:r>
              <a:rPr lang="en-US" dirty="0"/>
              <a:t>Données </a:t>
            </a:r>
            <a:r>
              <a:rPr lang="en-US" dirty="0" err="1"/>
              <a:t>privées</a:t>
            </a:r>
            <a:endParaRPr lang="en-US" dirty="0"/>
          </a:p>
          <a:p>
            <a:r>
              <a:rPr lang="fr-FR" dirty="0"/>
              <a:t>+ </a:t>
            </a:r>
            <a:r>
              <a:rPr lang="en-US" dirty="0" err="1"/>
              <a:t>Contrôle</a:t>
            </a:r>
            <a:r>
              <a:rPr lang="en-US" dirty="0"/>
              <a:t> total</a:t>
            </a:r>
            <a:endParaRPr lang="fr-FR" dirty="0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4EEC2AC7-3A37-C230-D9D1-A51B71FC84FA}"/>
              </a:ext>
            </a:extLst>
          </p:cNvPr>
          <p:cNvSpPr/>
          <p:nvPr/>
        </p:nvSpPr>
        <p:spPr>
          <a:xfrm>
            <a:off x="4423360" y="1928703"/>
            <a:ext cx="263475" cy="26347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2</a:t>
            </a: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E7478661-8933-2387-359B-9ADE3FE2597E}"/>
              </a:ext>
            </a:extLst>
          </p:cNvPr>
          <p:cNvSpPr/>
          <p:nvPr/>
        </p:nvSpPr>
        <p:spPr>
          <a:xfrm>
            <a:off x="716332" y="1931744"/>
            <a:ext cx="263474" cy="263476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2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D90A377-6044-D998-2639-19B832BFE596}"/>
              </a:ext>
            </a:extLst>
          </p:cNvPr>
          <p:cNvSpPr txBox="1"/>
          <p:nvPr/>
        </p:nvSpPr>
        <p:spPr>
          <a:xfrm>
            <a:off x="4576580" y="2127721"/>
            <a:ext cx="420008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Inconvénients :</a:t>
            </a:r>
          </a:p>
          <a:p>
            <a:endParaRPr lang="fr-FR" dirty="0"/>
          </a:p>
          <a:p>
            <a:r>
              <a:rPr lang="en-US" dirty="0"/>
              <a:t>- </a:t>
            </a:r>
            <a:r>
              <a:rPr lang="en-US" dirty="0" err="1"/>
              <a:t>Ressources</a:t>
            </a:r>
            <a:r>
              <a:rPr lang="en-US" dirty="0"/>
              <a:t> locales </a:t>
            </a:r>
            <a:r>
              <a:rPr lang="en-US" dirty="0" err="1"/>
              <a:t>nécessaires</a:t>
            </a:r>
            <a:endParaRPr lang="en-US" dirty="0"/>
          </a:p>
          <a:p>
            <a:r>
              <a:rPr lang="fr-FR" dirty="0"/>
              <a:t>- Pas spécialisé sur nos données</a:t>
            </a:r>
          </a:p>
          <a:p>
            <a:endParaRPr lang="en-US" sz="12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9091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/>
      <p:bldP spid="1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8">
          <a:extLst>
            <a:ext uri="{FF2B5EF4-FFF2-40B4-BE49-F238E27FC236}">
              <a16:creationId xmlns:a16="http://schemas.microsoft.com/office/drawing/2014/main" id="{AC25F3F2-1470-B7E9-B21C-8C2F12289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36">
            <a:extLst>
              <a:ext uri="{FF2B5EF4-FFF2-40B4-BE49-F238E27FC236}">
                <a16:creationId xmlns:a16="http://schemas.microsoft.com/office/drawing/2014/main" id="{F60FD816-2228-FA82-E502-1F5C9300D49B}"/>
              </a:ext>
            </a:extLst>
          </p:cNvPr>
          <p:cNvSpPr/>
          <p:nvPr/>
        </p:nvSpPr>
        <p:spPr>
          <a:xfrm rot="10800000">
            <a:off x="-1783785" y="-4055514"/>
            <a:ext cx="4601823" cy="4595015"/>
          </a:xfrm>
          <a:custGeom>
            <a:avLst/>
            <a:gdLst/>
            <a:ahLst/>
            <a:cxnLst/>
            <a:rect l="l" t="t" r="r" b="b"/>
            <a:pathLst>
              <a:path w="82518" h="82518" extrusionOk="0">
                <a:moveTo>
                  <a:pt x="83711" y="41608"/>
                </a:moveTo>
                <a:cubicBezTo>
                  <a:pt x="83711" y="64398"/>
                  <a:pt x="65233" y="82871"/>
                  <a:pt x="42449" y="82871"/>
                </a:cubicBezTo>
                <a:cubicBezTo>
                  <a:pt x="19665" y="82871"/>
                  <a:pt x="1193" y="64398"/>
                  <a:pt x="1193" y="41608"/>
                </a:cubicBezTo>
                <a:cubicBezTo>
                  <a:pt x="1193" y="18824"/>
                  <a:pt x="19665" y="352"/>
                  <a:pt x="42449" y="352"/>
                </a:cubicBezTo>
                <a:cubicBezTo>
                  <a:pt x="65233" y="352"/>
                  <a:pt x="83711" y="18824"/>
                  <a:pt x="83711" y="4160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CA3D209-7146-D372-3DED-1B6CAF4EDDCA}"/>
              </a:ext>
            </a:extLst>
          </p:cNvPr>
          <p:cNvGrpSpPr/>
          <p:nvPr/>
        </p:nvGrpSpPr>
        <p:grpSpPr>
          <a:xfrm>
            <a:off x="7850646" y="4371342"/>
            <a:ext cx="1724583" cy="1854968"/>
            <a:chOff x="-27002" y="4214453"/>
            <a:chExt cx="1288159" cy="1385548"/>
          </a:xfrm>
        </p:grpSpPr>
        <p:sp>
          <p:nvSpPr>
            <p:cNvPr id="53" name="Google Shape;519;p30">
              <a:extLst>
                <a:ext uri="{FF2B5EF4-FFF2-40B4-BE49-F238E27FC236}">
                  <a16:creationId xmlns:a16="http://schemas.microsoft.com/office/drawing/2014/main" id="{6496B8E8-DFD3-3833-D044-A94853B8CA88}"/>
                </a:ext>
              </a:extLst>
            </p:cNvPr>
            <p:cNvSpPr/>
            <p:nvPr/>
          </p:nvSpPr>
          <p:spPr>
            <a:xfrm rot="18900000">
              <a:off x="-27002" y="4408592"/>
              <a:ext cx="1191409" cy="1191409"/>
            </a:xfrm>
            <a:custGeom>
              <a:avLst/>
              <a:gdLst/>
              <a:ahLst/>
              <a:cxnLst/>
              <a:rect l="l" t="t" r="r" b="b"/>
              <a:pathLst>
                <a:path w="459500" h="459500" extrusionOk="0">
                  <a:moveTo>
                    <a:pt x="459501" y="229750"/>
                  </a:moveTo>
                  <a:cubicBezTo>
                    <a:pt x="459501" y="356638"/>
                    <a:pt x="356638" y="459501"/>
                    <a:pt x="229750" y="459501"/>
                  </a:cubicBezTo>
                  <a:cubicBezTo>
                    <a:pt x="102863" y="459501"/>
                    <a:pt x="0" y="356638"/>
                    <a:pt x="0" y="229750"/>
                  </a:cubicBezTo>
                  <a:cubicBezTo>
                    <a:pt x="0" y="102863"/>
                    <a:pt x="102863" y="0"/>
                    <a:pt x="229750" y="0"/>
                  </a:cubicBezTo>
                  <a:cubicBezTo>
                    <a:pt x="356638" y="0"/>
                    <a:pt x="459501" y="102863"/>
                    <a:pt x="459501" y="229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4" name="Google Shape;520;p30">
              <a:extLst>
                <a:ext uri="{FF2B5EF4-FFF2-40B4-BE49-F238E27FC236}">
                  <a16:creationId xmlns:a16="http://schemas.microsoft.com/office/drawing/2014/main" id="{77518507-BB66-8E7C-E548-B1F7395300BF}"/>
                </a:ext>
              </a:extLst>
            </p:cNvPr>
            <p:cNvGrpSpPr/>
            <p:nvPr/>
          </p:nvGrpSpPr>
          <p:grpSpPr>
            <a:xfrm>
              <a:off x="162397" y="4214453"/>
              <a:ext cx="287520" cy="277877"/>
              <a:chOff x="276538" y="4265936"/>
              <a:chExt cx="537900" cy="519860"/>
            </a:xfrm>
          </p:grpSpPr>
          <p:sp>
            <p:nvSpPr>
              <p:cNvPr id="789" name="Google Shape;521;p30">
                <a:extLst>
                  <a:ext uri="{FF2B5EF4-FFF2-40B4-BE49-F238E27FC236}">
                    <a16:creationId xmlns:a16="http://schemas.microsoft.com/office/drawing/2014/main" id="{5AC7B265-B1C1-800D-19FE-5F4CD0083DA1}"/>
                  </a:ext>
                </a:extLst>
              </p:cNvPr>
              <p:cNvSpPr/>
              <p:nvPr/>
            </p:nvSpPr>
            <p:spPr>
              <a:xfrm rot="10800000">
                <a:off x="620490" y="4591849"/>
                <a:ext cx="193947" cy="193947"/>
              </a:xfrm>
              <a:custGeom>
                <a:avLst/>
                <a:gdLst/>
                <a:ahLst/>
                <a:cxnLst/>
                <a:rect l="l" t="t" r="r" b="b"/>
                <a:pathLst>
                  <a:path w="259461" h="259461" extrusionOk="0">
                    <a:moveTo>
                      <a:pt x="259461" y="87687"/>
                    </a:moveTo>
                    <a:lnTo>
                      <a:pt x="171774" y="87687"/>
                    </a:lnTo>
                    <a:lnTo>
                      <a:pt x="171774" y="0"/>
                    </a:lnTo>
                    <a:lnTo>
                      <a:pt x="87687" y="0"/>
                    </a:lnTo>
                    <a:lnTo>
                      <a:pt x="87687" y="87687"/>
                    </a:lnTo>
                    <a:lnTo>
                      <a:pt x="0" y="87687"/>
                    </a:lnTo>
                    <a:lnTo>
                      <a:pt x="0" y="171774"/>
                    </a:lnTo>
                    <a:lnTo>
                      <a:pt x="87687" y="171774"/>
                    </a:lnTo>
                    <a:lnTo>
                      <a:pt x="87687" y="259461"/>
                    </a:lnTo>
                    <a:lnTo>
                      <a:pt x="171774" y="259461"/>
                    </a:lnTo>
                    <a:lnTo>
                      <a:pt x="171774" y="171774"/>
                    </a:lnTo>
                    <a:lnTo>
                      <a:pt x="259461" y="17177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" name="Google Shape;522;p30">
                <a:extLst>
                  <a:ext uri="{FF2B5EF4-FFF2-40B4-BE49-F238E27FC236}">
                    <a16:creationId xmlns:a16="http://schemas.microsoft.com/office/drawing/2014/main" id="{67F0CCA5-DAAF-4C05-8B28-661E79DB698D}"/>
                  </a:ext>
                </a:extLst>
              </p:cNvPr>
              <p:cNvSpPr/>
              <p:nvPr/>
            </p:nvSpPr>
            <p:spPr>
              <a:xfrm rot="10800000">
                <a:off x="276538" y="4265936"/>
                <a:ext cx="267245" cy="267245"/>
              </a:xfrm>
              <a:custGeom>
                <a:avLst/>
                <a:gdLst/>
                <a:ahLst/>
                <a:cxnLst/>
                <a:rect l="l" t="t" r="r" b="b"/>
                <a:pathLst>
                  <a:path w="259461" h="259461" extrusionOk="0">
                    <a:moveTo>
                      <a:pt x="259461" y="87687"/>
                    </a:moveTo>
                    <a:lnTo>
                      <a:pt x="171774" y="87687"/>
                    </a:lnTo>
                    <a:lnTo>
                      <a:pt x="171774" y="0"/>
                    </a:lnTo>
                    <a:lnTo>
                      <a:pt x="87687" y="0"/>
                    </a:lnTo>
                    <a:lnTo>
                      <a:pt x="87687" y="87687"/>
                    </a:lnTo>
                    <a:lnTo>
                      <a:pt x="0" y="87687"/>
                    </a:lnTo>
                    <a:lnTo>
                      <a:pt x="0" y="171774"/>
                    </a:lnTo>
                    <a:lnTo>
                      <a:pt x="87687" y="171774"/>
                    </a:lnTo>
                    <a:lnTo>
                      <a:pt x="87687" y="259461"/>
                    </a:lnTo>
                    <a:lnTo>
                      <a:pt x="171774" y="259461"/>
                    </a:lnTo>
                    <a:lnTo>
                      <a:pt x="171774" y="171774"/>
                    </a:lnTo>
                    <a:lnTo>
                      <a:pt x="259461" y="17177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" name="Google Shape;59;p15">
              <a:extLst>
                <a:ext uri="{FF2B5EF4-FFF2-40B4-BE49-F238E27FC236}">
                  <a16:creationId xmlns:a16="http://schemas.microsoft.com/office/drawing/2014/main" id="{F59E705D-C7F6-029C-1D82-B0DCAE1E873F}"/>
                </a:ext>
              </a:extLst>
            </p:cNvPr>
            <p:cNvGrpSpPr/>
            <p:nvPr/>
          </p:nvGrpSpPr>
          <p:grpSpPr>
            <a:xfrm>
              <a:off x="388606" y="4341072"/>
              <a:ext cx="872551" cy="621806"/>
              <a:chOff x="485332" y="3045714"/>
              <a:chExt cx="2272409" cy="1619385"/>
            </a:xfrm>
          </p:grpSpPr>
          <p:grpSp>
            <p:nvGrpSpPr>
              <p:cNvPr id="56" name="Google Shape;60;p15">
                <a:extLst>
                  <a:ext uri="{FF2B5EF4-FFF2-40B4-BE49-F238E27FC236}">
                    <a16:creationId xmlns:a16="http://schemas.microsoft.com/office/drawing/2014/main" id="{11E09649-644C-C0BF-1F72-E15EF79A83BB}"/>
                  </a:ext>
                </a:extLst>
              </p:cNvPr>
              <p:cNvGrpSpPr/>
              <p:nvPr/>
            </p:nvGrpSpPr>
            <p:grpSpPr>
              <a:xfrm>
                <a:off x="485332" y="3271211"/>
                <a:ext cx="1295922" cy="1168375"/>
                <a:chOff x="333385" y="2878200"/>
                <a:chExt cx="1899900" cy="1712909"/>
              </a:xfrm>
            </p:grpSpPr>
            <p:sp>
              <p:nvSpPr>
                <p:cNvPr id="776" name="Google Shape;61;p15">
                  <a:extLst>
                    <a:ext uri="{FF2B5EF4-FFF2-40B4-BE49-F238E27FC236}">
                      <a16:creationId xmlns:a16="http://schemas.microsoft.com/office/drawing/2014/main" id="{05716A5A-8D82-A2AA-4409-CA48720CCED7}"/>
                    </a:ext>
                  </a:extLst>
                </p:cNvPr>
                <p:cNvSpPr/>
                <p:nvPr/>
              </p:nvSpPr>
              <p:spPr>
                <a:xfrm>
                  <a:off x="333385" y="4332809"/>
                  <a:ext cx="1899900" cy="258300"/>
                </a:xfrm>
                <a:prstGeom prst="ellipse">
                  <a:avLst/>
                </a:prstGeom>
                <a:solidFill>
                  <a:srgbClr val="000000">
                    <a:alpha val="31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777" name="Google Shape;62;p15">
                  <a:extLst>
                    <a:ext uri="{FF2B5EF4-FFF2-40B4-BE49-F238E27FC236}">
                      <a16:creationId xmlns:a16="http://schemas.microsoft.com/office/drawing/2014/main" id="{C201D2A2-BB35-BF71-337F-618301A8CCC7}"/>
                    </a:ext>
                  </a:extLst>
                </p:cNvPr>
                <p:cNvGrpSpPr/>
                <p:nvPr/>
              </p:nvGrpSpPr>
              <p:grpSpPr>
                <a:xfrm>
                  <a:off x="706813" y="2878200"/>
                  <a:ext cx="1040658" cy="1594797"/>
                  <a:chOff x="407125" y="2995200"/>
                  <a:chExt cx="1040658" cy="1594797"/>
                </a:xfrm>
              </p:grpSpPr>
              <p:sp>
                <p:nvSpPr>
                  <p:cNvPr id="778" name="Google Shape;63;p15">
                    <a:extLst>
                      <a:ext uri="{FF2B5EF4-FFF2-40B4-BE49-F238E27FC236}">
                        <a16:creationId xmlns:a16="http://schemas.microsoft.com/office/drawing/2014/main" id="{7413F872-3990-DDAE-A41E-E73522022CC9}"/>
                      </a:ext>
                    </a:extLst>
                  </p:cNvPr>
                  <p:cNvSpPr/>
                  <p:nvPr/>
                </p:nvSpPr>
                <p:spPr>
                  <a:xfrm>
                    <a:off x="407125" y="3750761"/>
                    <a:ext cx="1040658" cy="6990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056" h="12129" extrusionOk="0">
                        <a:moveTo>
                          <a:pt x="0" y="1"/>
                        </a:moveTo>
                        <a:lnTo>
                          <a:pt x="0" y="12128"/>
                        </a:lnTo>
                        <a:lnTo>
                          <a:pt x="18055" y="12128"/>
                        </a:lnTo>
                        <a:lnTo>
                          <a:pt x="18055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9" name="Google Shape;64;p15">
                    <a:extLst>
                      <a:ext uri="{FF2B5EF4-FFF2-40B4-BE49-F238E27FC236}">
                        <a16:creationId xmlns:a16="http://schemas.microsoft.com/office/drawing/2014/main" id="{F484A522-B8DF-9C61-87A9-E85CC48EA758}"/>
                      </a:ext>
                    </a:extLst>
                  </p:cNvPr>
                  <p:cNvSpPr/>
                  <p:nvPr/>
                </p:nvSpPr>
                <p:spPr>
                  <a:xfrm>
                    <a:off x="407125" y="3316300"/>
                    <a:ext cx="1040658" cy="4345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056" h="7539" extrusionOk="0">
                        <a:moveTo>
                          <a:pt x="5897" y="1"/>
                        </a:moveTo>
                        <a:cubicBezTo>
                          <a:pt x="5836" y="821"/>
                          <a:pt x="5441" y="1581"/>
                          <a:pt x="4803" y="2128"/>
                        </a:cubicBezTo>
                        <a:lnTo>
                          <a:pt x="790" y="5533"/>
                        </a:lnTo>
                        <a:cubicBezTo>
                          <a:pt x="274" y="5988"/>
                          <a:pt x="0" y="6596"/>
                          <a:pt x="0" y="7265"/>
                        </a:cubicBezTo>
                        <a:lnTo>
                          <a:pt x="0" y="7539"/>
                        </a:lnTo>
                        <a:lnTo>
                          <a:pt x="18055" y="7539"/>
                        </a:lnTo>
                        <a:lnTo>
                          <a:pt x="18055" y="7265"/>
                        </a:lnTo>
                        <a:cubicBezTo>
                          <a:pt x="18055" y="6596"/>
                          <a:pt x="17751" y="5958"/>
                          <a:pt x="17265" y="5533"/>
                        </a:cubicBezTo>
                        <a:lnTo>
                          <a:pt x="13253" y="2128"/>
                        </a:lnTo>
                        <a:cubicBezTo>
                          <a:pt x="12614" y="1581"/>
                          <a:pt x="12219" y="821"/>
                          <a:pt x="12128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0" name="Google Shape;65;p15">
                    <a:extLst>
                      <a:ext uri="{FF2B5EF4-FFF2-40B4-BE49-F238E27FC236}">
                        <a16:creationId xmlns:a16="http://schemas.microsoft.com/office/drawing/2014/main" id="{4EEC9518-C05B-7880-E94C-54A920F85A26}"/>
                      </a:ext>
                    </a:extLst>
                  </p:cNvPr>
                  <p:cNvSpPr/>
                  <p:nvPr/>
                </p:nvSpPr>
                <p:spPr>
                  <a:xfrm>
                    <a:off x="407125" y="4449771"/>
                    <a:ext cx="1040658" cy="1402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056" h="2433" extrusionOk="0">
                        <a:moveTo>
                          <a:pt x="0" y="0"/>
                        </a:moveTo>
                        <a:lnTo>
                          <a:pt x="0" y="183"/>
                        </a:lnTo>
                        <a:cubicBezTo>
                          <a:pt x="0" y="1429"/>
                          <a:pt x="1003" y="2432"/>
                          <a:pt x="2249" y="2432"/>
                        </a:cubicBezTo>
                        <a:lnTo>
                          <a:pt x="15776" y="2432"/>
                        </a:lnTo>
                        <a:cubicBezTo>
                          <a:pt x="17022" y="2432"/>
                          <a:pt x="18055" y="1429"/>
                          <a:pt x="18055" y="183"/>
                        </a:cubicBezTo>
                        <a:lnTo>
                          <a:pt x="18055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1" name="Google Shape;66;p15">
                    <a:extLst>
                      <a:ext uri="{FF2B5EF4-FFF2-40B4-BE49-F238E27FC236}">
                        <a16:creationId xmlns:a16="http://schemas.microsoft.com/office/drawing/2014/main" id="{92314A90-147C-B981-7263-264186320DC8}"/>
                      </a:ext>
                    </a:extLst>
                  </p:cNvPr>
                  <p:cNvSpPr/>
                  <p:nvPr/>
                </p:nvSpPr>
                <p:spPr>
                  <a:xfrm>
                    <a:off x="566546" y="3961017"/>
                    <a:ext cx="720034" cy="648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493" h="1125" extrusionOk="0">
                        <a:moveTo>
                          <a:pt x="578" y="0"/>
                        </a:moveTo>
                        <a:cubicBezTo>
                          <a:pt x="274" y="0"/>
                          <a:pt x="0" y="243"/>
                          <a:pt x="0" y="547"/>
                        </a:cubicBezTo>
                        <a:cubicBezTo>
                          <a:pt x="0" y="851"/>
                          <a:pt x="274" y="1125"/>
                          <a:pt x="578" y="1125"/>
                        </a:cubicBezTo>
                        <a:lnTo>
                          <a:pt x="11946" y="1125"/>
                        </a:lnTo>
                        <a:cubicBezTo>
                          <a:pt x="12250" y="1125"/>
                          <a:pt x="12493" y="851"/>
                          <a:pt x="12493" y="547"/>
                        </a:cubicBezTo>
                        <a:cubicBezTo>
                          <a:pt x="12493" y="243"/>
                          <a:pt x="12250" y="0"/>
                          <a:pt x="11946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2" name="Google Shape;67;p15">
                    <a:extLst>
                      <a:ext uri="{FF2B5EF4-FFF2-40B4-BE49-F238E27FC236}">
                        <a16:creationId xmlns:a16="http://schemas.microsoft.com/office/drawing/2014/main" id="{EF482014-0720-C2D0-FD7B-CDEAB2F35BF4}"/>
                      </a:ext>
                    </a:extLst>
                  </p:cNvPr>
                  <p:cNvSpPr/>
                  <p:nvPr/>
                </p:nvSpPr>
                <p:spPr>
                  <a:xfrm>
                    <a:off x="566546" y="4067874"/>
                    <a:ext cx="720034" cy="648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493" h="1125" extrusionOk="0">
                        <a:moveTo>
                          <a:pt x="578" y="0"/>
                        </a:moveTo>
                        <a:cubicBezTo>
                          <a:pt x="274" y="0"/>
                          <a:pt x="0" y="274"/>
                          <a:pt x="0" y="578"/>
                        </a:cubicBezTo>
                        <a:cubicBezTo>
                          <a:pt x="0" y="882"/>
                          <a:pt x="274" y="1125"/>
                          <a:pt x="578" y="1125"/>
                        </a:cubicBezTo>
                        <a:lnTo>
                          <a:pt x="11946" y="1125"/>
                        </a:lnTo>
                        <a:cubicBezTo>
                          <a:pt x="12250" y="1125"/>
                          <a:pt x="12493" y="882"/>
                          <a:pt x="12493" y="578"/>
                        </a:cubicBezTo>
                        <a:cubicBezTo>
                          <a:pt x="12493" y="274"/>
                          <a:pt x="12250" y="0"/>
                          <a:pt x="11946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3" name="Google Shape;68;p15">
                    <a:extLst>
                      <a:ext uri="{FF2B5EF4-FFF2-40B4-BE49-F238E27FC236}">
                        <a16:creationId xmlns:a16="http://schemas.microsoft.com/office/drawing/2014/main" id="{99D285F1-3A12-2022-10E9-568D4F617CAC}"/>
                      </a:ext>
                    </a:extLst>
                  </p:cNvPr>
                  <p:cNvSpPr/>
                  <p:nvPr/>
                </p:nvSpPr>
                <p:spPr>
                  <a:xfrm>
                    <a:off x="566546" y="4176461"/>
                    <a:ext cx="443271" cy="648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91" h="1126" extrusionOk="0">
                        <a:moveTo>
                          <a:pt x="578" y="1"/>
                        </a:moveTo>
                        <a:cubicBezTo>
                          <a:pt x="274" y="1"/>
                          <a:pt x="0" y="244"/>
                          <a:pt x="0" y="578"/>
                        </a:cubicBezTo>
                        <a:cubicBezTo>
                          <a:pt x="0" y="882"/>
                          <a:pt x="274" y="1125"/>
                          <a:pt x="578" y="1125"/>
                        </a:cubicBezTo>
                        <a:lnTo>
                          <a:pt x="7143" y="1125"/>
                        </a:lnTo>
                        <a:cubicBezTo>
                          <a:pt x="7447" y="1125"/>
                          <a:pt x="7690" y="882"/>
                          <a:pt x="7690" y="578"/>
                        </a:cubicBezTo>
                        <a:cubicBezTo>
                          <a:pt x="7690" y="244"/>
                          <a:pt x="7447" y="1"/>
                          <a:pt x="7143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4" name="Google Shape;69;p15">
                    <a:extLst>
                      <a:ext uri="{FF2B5EF4-FFF2-40B4-BE49-F238E27FC236}">
                        <a16:creationId xmlns:a16="http://schemas.microsoft.com/office/drawing/2014/main" id="{4927F7B1-32F5-5578-C94A-A242C7526F0C}"/>
                      </a:ext>
                    </a:extLst>
                  </p:cNvPr>
                  <p:cNvSpPr/>
                  <p:nvPr/>
                </p:nvSpPr>
                <p:spPr>
                  <a:xfrm>
                    <a:off x="995761" y="3316300"/>
                    <a:ext cx="401197" cy="12736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61" h="22099" extrusionOk="0">
                        <a:moveTo>
                          <a:pt x="0" y="1"/>
                        </a:moveTo>
                        <a:cubicBezTo>
                          <a:pt x="91" y="821"/>
                          <a:pt x="486" y="1581"/>
                          <a:pt x="1125" y="2128"/>
                        </a:cubicBezTo>
                        <a:lnTo>
                          <a:pt x="5137" y="5533"/>
                        </a:lnTo>
                        <a:cubicBezTo>
                          <a:pt x="5623" y="5988"/>
                          <a:pt x="5927" y="6596"/>
                          <a:pt x="5927" y="7265"/>
                        </a:cubicBezTo>
                        <a:lnTo>
                          <a:pt x="5927" y="7539"/>
                        </a:lnTo>
                        <a:lnTo>
                          <a:pt x="5927" y="19666"/>
                        </a:lnTo>
                        <a:lnTo>
                          <a:pt x="5927" y="19849"/>
                        </a:lnTo>
                        <a:cubicBezTo>
                          <a:pt x="5927" y="21095"/>
                          <a:pt x="4894" y="22098"/>
                          <a:pt x="3648" y="22098"/>
                        </a:cubicBezTo>
                        <a:lnTo>
                          <a:pt x="4681" y="22098"/>
                        </a:lnTo>
                        <a:cubicBezTo>
                          <a:pt x="5927" y="22098"/>
                          <a:pt x="6961" y="21095"/>
                          <a:pt x="6961" y="19849"/>
                        </a:cubicBezTo>
                        <a:lnTo>
                          <a:pt x="6961" y="19666"/>
                        </a:lnTo>
                        <a:lnTo>
                          <a:pt x="6961" y="7539"/>
                        </a:lnTo>
                        <a:lnTo>
                          <a:pt x="6961" y="7265"/>
                        </a:lnTo>
                        <a:cubicBezTo>
                          <a:pt x="6961" y="6596"/>
                          <a:pt x="6657" y="5958"/>
                          <a:pt x="6170" y="5533"/>
                        </a:cubicBezTo>
                        <a:lnTo>
                          <a:pt x="2158" y="2128"/>
                        </a:lnTo>
                        <a:cubicBezTo>
                          <a:pt x="1520" y="1581"/>
                          <a:pt x="1125" y="821"/>
                          <a:pt x="1034" y="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5" name="Google Shape;70;p15">
                    <a:extLst>
                      <a:ext uri="{FF2B5EF4-FFF2-40B4-BE49-F238E27FC236}">
                        <a16:creationId xmlns:a16="http://schemas.microsoft.com/office/drawing/2014/main" id="{3BFA09E5-6A6C-19DC-05C9-409792E9E824}"/>
                      </a:ext>
                    </a:extLst>
                  </p:cNvPr>
                  <p:cNvSpPr/>
                  <p:nvPr/>
                </p:nvSpPr>
                <p:spPr>
                  <a:xfrm>
                    <a:off x="407125" y="3316300"/>
                    <a:ext cx="548397" cy="12736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15" h="22099" extrusionOk="0">
                        <a:moveTo>
                          <a:pt x="5897" y="1"/>
                        </a:moveTo>
                        <a:cubicBezTo>
                          <a:pt x="5806" y="821"/>
                          <a:pt x="5411" y="1581"/>
                          <a:pt x="4803" y="2128"/>
                        </a:cubicBezTo>
                        <a:lnTo>
                          <a:pt x="790" y="5533"/>
                        </a:lnTo>
                        <a:cubicBezTo>
                          <a:pt x="274" y="5988"/>
                          <a:pt x="0" y="6596"/>
                          <a:pt x="0" y="7265"/>
                        </a:cubicBezTo>
                        <a:lnTo>
                          <a:pt x="0" y="7539"/>
                        </a:lnTo>
                        <a:lnTo>
                          <a:pt x="0" y="19666"/>
                        </a:lnTo>
                        <a:lnTo>
                          <a:pt x="0" y="19849"/>
                        </a:lnTo>
                        <a:cubicBezTo>
                          <a:pt x="0" y="21095"/>
                          <a:pt x="1003" y="22098"/>
                          <a:pt x="2249" y="22098"/>
                        </a:cubicBezTo>
                        <a:lnTo>
                          <a:pt x="5867" y="22098"/>
                        </a:lnTo>
                        <a:cubicBezTo>
                          <a:pt x="4620" y="22098"/>
                          <a:pt x="3617" y="21095"/>
                          <a:pt x="3617" y="19849"/>
                        </a:cubicBezTo>
                        <a:lnTo>
                          <a:pt x="3617" y="19666"/>
                        </a:lnTo>
                        <a:lnTo>
                          <a:pt x="3617" y="7539"/>
                        </a:lnTo>
                        <a:lnTo>
                          <a:pt x="3617" y="7265"/>
                        </a:lnTo>
                        <a:cubicBezTo>
                          <a:pt x="3617" y="6596"/>
                          <a:pt x="3891" y="5988"/>
                          <a:pt x="4408" y="5533"/>
                        </a:cubicBezTo>
                        <a:lnTo>
                          <a:pt x="8420" y="2128"/>
                        </a:lnTo>
                        <a:cubicBezTo>
                          <a:pt x="9058" y="1581"/>
                          <a:pt x="9453" y="821"/>
                          <a:pt x="9514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6" name="Google Shape;71;p15">
                    <a:extLst>
                      <a:ext uri="{FF2B5EF4-FFF2-40B4-BE49-F238E27FC236}">
                        <a16:creationId xmlns:a16="http://schemas.microsoft.com/office/drawing/2014/main" id="{CD3CC01F-E92D-0C8E-E9AB-71E9277EC628}"/>
                      </a:ext>
                    </a:extLst>
                  </p:cNvPr>
                  <p:cNvSpPr/>
                  <p:nvPr/>
                </p:nvSpPr>
                <p:spPr>
                  <a:xfrm>
                    <a:off x="636625" y="3009475"/>
                    <a:ext cx="581652" cy="3068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92" h="5655" extrusionOk="0">
                        <a:moveTo>
                          <a:pt x="365" y="1"/>
                        </a:moveTo>
                        <a:cubicBezTo>
                          <a:pt x="152" y="1"/>
                          <a:pt x="0" y="214"/>
                          <a:pt x="0" y="426"/>
                        </a:cubicBezTo>
                        <a:lnTo>
                          <a:pt x="0" y="5229"/>
                        </a:lnTo>
                        <a:cubicBezTo>
                          <a:pt x="0" y="5472"/>
                          <a:pt x="152" y="5655"/>
                          <a:pt x="365" y="5655"/>
                        </a:cubicBezTo>
                        <a:lnTo>
                          <a:pt x="9696" y="5655"/>
                        </a:lnTo>
                        <a:cubicBezTo>
                          <a:pt x="9909" y="5655"/>
                          <a:pt x="10091" y="5472"/>
                          <a:pt x="10091" y="5229"/>
                        </a:cubicBezTo>
                        <a:lnTo>
                          <a:pt x="10091" y="426"/>
                        </a:lnTo>
                        <a:cubicBezTo>
                          <a:pt x="10091" y="214"/>
                          <a:pt x="9909" y="1"/>
                          <a:pt x="9696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7" name="Google Shape;72;p15">
                    <a:extLst>
                      <a:ext uri="{FF2B5EF4-FFF2-40B4-BE49-F238E27FC236}">
                        <a16:creationId xmlns:a16="http://schemas.microsoft.com/office/drawing/2014/main" id="{03FBF61F-6084-73B0-F7E0-B63975836F54}"/>
                      </a:ext>
                    </a:extLst>
                  </p:cNvPr>
                  <p:cNvSpPr/>
                  <p:nvPr/>
                </p:nvSpPr>
                <p:spPr>
                  <a:xfrm>
                    <a:off x="636625" y="3009474"/>
                    <a:ext cx="252279" cy="3068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77" h="5655" extrusionOk="0">
                        <a:moveTo>
                          <a:pt x="365" y="1"/>
                        </a:moveTo>
                        <a:cubicBezTo>
                          <a:pt x="182" y="1"/>
                          <a:pt x="0" y="214"/>
                          <a:pt x="0" y="426"/>
                        </a:cubicBezTo>
                        <a:lnTo>
                          <a:pt x="0" y="5229"/>
                        </a:lnTo>
                        <a:cubicBezTo>
                          <a:pt x="0" y="5472"/>
                          <a:pt x="182" y="5655"/>
                          <a:pt x="365" y="5655"/>
                        </a:cubicBezTo>
                        <a:lnTo>
                          <a:pt x="4377" y="5655"/>
                        </a:lnTo>
                        <a:cubicBezTo>
                          <a:pt x="4164" y="5655"/>
                          <a:pt x="3982" y="5472"/>
                          <a:pt x="3982" y="5229"/>
                        </a:cubicBezTo>
                        <a:lnTo>
                          <a:pt x="3982" y="426"/>
                        </a:lnTo>
                        <a:cubicBezTo>
                          <a:pt x="3982" y="214"/>
                          <a:pt x="4164" y="1"/>
                          <a:pt x="4377" y="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8" name="Google Shape;73;p15">
                    <a:extLst>
                      <a:ext uri="{FF2B5EF4-FFF2-40B4-BE49-F238E27FC236}">
                        <a16:creationId xmlns:a16="http://schemas.microsoft.com/office/drawing/2014/main" id="{5D6275D1-C9F4-CD3C-FA8B-A38C0AE14D5E}"/>
                      </a:ext>
                    </a:extLst>
                  </p:cNvPr>
                  <p:cNvSpPr/>
                  <p:nvPr/>
                </p:nvSpPr>
                <p:spPr>
                  <a:xfrm>
                    <a:off x="995750" y="2995200"/>
                    <a:ext cx="59150" cy="3259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4" h="5655" extrusionOk="0">
                        <a:moveTo>
                          <a:pt x="0" y="1"/>
                        </a:moveTo>
                        <a:lnTo>
                          <a:pt x="0" y="5655"/>
                        </a:lnTo>
                        <a:lnTo>
                          <a:pt x="1064" y="5655"/>
                        </a:lnTo>
                        <a:lnTo>
                          <a:pt x="1064" y="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57" name="Google Shape;74;p15">
                <a:extLst>
                  <a:ext uri="{FF2B5EF4-FFF2-40B4-BE49-F238E27FC236}">
                    <a16:creationId xmlns:a16="http://schemas.microsoft.com/office/drawing/2014/main" id="{5B23E693-2C3E-891B-9597-B6305ED2843D}"/>
                  </a:ext>
                </a:extLst>
              </p:cNvPr>
              <p:cNvGrpSpPr/>
              <p:nvPr/>
            </p:nvGrpSpPr>
            <p:grpSpPr>
              <a:xfrm>
                <a:off x="961575" y="3045714"/>
                <a:ext cx="1796165" cy="1619385"/>
                <a:chOff x="333385" y="2878200"/>
                <a:chExt cx="1899900" cy="1712909"/>
              </a:xfrm>
            </p:grpSpPr>
            <p:sp>
              <p:nvSpPr>
                <p:cNvPr id="58" name="Google Shape;75;p15">
                  <a:extLst>
                    <a:ext uri="{FF2B5EF4-FFF2-40B4-BE49-F238E27FC236}">
                      <a16:creationId xmlns:a16="http://schemas.microsoft.com/office/drawing/2014/main" id="{557B2AC6-D984-7030-8A1F-72EC1E16897D}"/>
                    </a:ext>
                  </a:extLst>
                </p:cNvPr>
                <p:cNvSpPr/>
                <p:nvPr/>
              </p:nvSpPr>
              <p:spPr>
                <a:xfrm>
                  <a:off x="333385" y="4332809"/>
                  <a:ext cx="1899900" cy="258300"/>
                </a:xfrm>
                <a:prstGeom prst="ellipse">
                  <a:avLst/>
                </a:prstGeom>
                <a:solidFill>
                  <a:srgbClr val="000000">
                    <a:alpha val="31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59" name="Google Shape;76;p15">
                  <a:extLst>
                    <a:ext uri="{FF2B5EF4-FFF2-40B4-BE49-F238E27FC236}">
                      <a16:creationId xmlns:a16="http://schemas.microsoft.com/office/drawing/2014/main" id="{922F3315-4B30-61C2-A23F-2A5A294255C1}"/>
                    </a:ext>
                  </a:extLst>
                </p:cNvPr>
                <p:cNvGrpSpPr/>
                <p:nvPr/>
              </p:nvGrpSpPr>
              <p:grpSpPr>
                <a:xfrm>
                  <a:off x="706813" y="2878200"/>
                  <a:ext cx="1040658" cy="1594797"/>
                  <a:chOff x="407125" y="2995200"/>
                  <a:chExt cx="1040658" cy="1594797"/>
                </a:xfrm>
              </p:grpSpPr>
              <p:sp>
                <p:nvSpPr>
                  <p:cNvPr id="60" name="Google Shape;77;p15">
                    <a:extLst>
                      <a:ext uri="{FF2B5EF4-FFF2-40B4-BE49-F238E27FC236}">
                        <a16:creationId xmlns:a16="http://schemas.microsoft.com/office/drawing/2014/main" id="{548BDA46-AF5D-4BE8-8B76-A75A3D625BDC}"/>
                      </a:ext>
                    </a:extLst>
                  </p:cNvPr>
                  <p:cNvSpPr/>
                  <p:nvPr/>
                </p:nvSpPr>
                <p:spPr>
                  <a:xfrm>
                    <a:off x="407125" y="3750761"/>
                    <a:ext cx="1040658" cy="6990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056" h="12129" extrusionOk="0">
                        <a:moveTo>
                          <a:pt x="0" y="1"/>
                        </a:moveTo>
                        <a:lnTo>
                          <a:pt x="0" y="12128"/>
                        </a:lnTo>
                        <a:lnTo>
                          <a:pt x="18055" y="12128"/>
                        </a:lnTo>
                        <a:lnTo>
                          <a:pt x="18055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1" name="Google Shape;78;p15">
                    <a:extLst>
                      <a:ext uri="{FF2B5EF4-FFF2-40B4-BE49-F238E27FC236}">
                        <a16:creationId xmlns:a16="http://schemas.microsoft.com/office/drawing/2014/main" id="{AEE6E4EC-32F7-9CAB-E541-ADA2C90B082D}"/>
                      </a:ext>
                    </a:extLst>
                  </p:cNvPr>
                  <p:cNvSpPr/>
                  <p:nvPr/>
                </p:nvSpPr>
                <p:spPr>
                  <a:xfrm>
                    <a:off x="407125" y="3316300"/>
                    <a:ext cx="1040658" cy="4345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056" h="7539" extrusionOk="0">
                        <a:moveTo>
                          <a:pt x="5897" y="1"/>
                        </a:moveTo>
                        <a:cubicBezTo>
                          <a:pt x="5836" y="821"/>
                          <a:pt x="5441" y="1581"/>
                          <a:pt x="4803" y="2128"/>
                        </a:cubicBezTo>
                        <a:lnTo>
                          <a:pt x="790" y="5533"/>
                        </a:lnTo>
                        <a:cubicBezTo>
                          <a:pt x="274" y="5988"/>
                          <a:pt x="0" y="6596"/>
                          <a:pt x="0" y="7265"/>
                        </a:cubicBezTo>
                        <a:lnTo>
                          <a:pt x="0" y="7539"/>
                        </a:lnTo>
                        <a:lnTo>
                          <a:pt x="18055" y="7539"/>
                        </a:lnTo>
                        <a:lnTo>
                          <a:pt x="18055" y="7265"/>
                        </a:lnTo>
                        <a:cubicBezTo>
                          <a:pt x="18055" y="6596"/>
                          <a:pt x="17751" y="5958"/>
                          <a:pt x="17265" y="5533"/>
                        </a:cubicBezTo>
                        <a:lnTo>
                          <a:pt x="13253" y="2128"/>
                        </a:lnTo>
                        <a:cubicBezTo>
                          <a:pt x="12614" y="1581"/>
                          <a:pt x="12219" y="821"/>
                          <a:pt x="12128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2" name="Google Shape;79;p15">
                    <a:extLst>
                      <a:ext uri="{FF2B5EF4-FFF2-40B4-BE49-F238E27FC236}">
                        <a16:creationId xmlns:a16="http://schemas.microsoft.com/office/drawing/2014/main" id="{0092D95E-3B89-DBAD-072A-DD226153853D}"/>
                      </a:ext>
                    </a:extLst>
                  </p:cNvPr>
                  <p:cNvSpPr/>
                  <p:nvPr/>
                </p:nvSpPr>
                <p:spPr>
                  <a:xfrm>
                    <a:off x="407125" y="4449771"/>
                    <a:ext cx="1040658" cy="1402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056" h="2433" extrusionOk="0">
                        <a:moveTo>
                          <a:pt x="0" y="0"/>
                        </a:moveTo>
                        <a:lnTo>
                          <a:pt x="0" y="183"/>
                        </a:lnTo>
                        <a:cubicBezTo>
                          <a:pt x="0" y="1429"/>
                          <a:pt x="1003" y="2432"/>
                          <a:pt x="2249" y="2432"/>
                        </a:cubicBezTo>
                        <a:lnTo>
                          <a:pt x="15776" y="2432"/>
                        </a:lnTo>
                        <a:cubicBezTo>
                          <a:pt x="17022" y="2432"/>
                          <a:pt x="18055" y="1429"/>
                          <a:pt x="18055" y="183"/>
                        </a:cubicBezTo>
                        <a:lnTo>
                          <a:pt x="18055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3" name="Google Shape;80;p15">
                    <a:extLst>
                      <a:ext uri="{FF2B5EF4-FFF2-40B4-BE49-F238E27FC236}">
                        <a16:creationId xmlns:a16="http://schemas.microsoft.com/office/drawing/2014/main" id="{0F338BF2-D524-E9EE-9F99-B870A46E2AA2}"/>
                      </a:ext>
                    </a:extLst>
                  </p:cNvPr>
                  <p:cNvSpPr/>
                  <p:nvPr/>
                </p:nvSpPr>
                <p:spPr>
                  <a:xfrm>
                    <a:off x="566546" y="3961017"/>
                    <a:ext cx="720034" cy="648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493" h="1125" extrusionOk="0">
                        <a:moveTo>
                          <a:pt x="578" y="0"/>
                        </a:moveTo>
                        <a:cubicBezTo>
                          <a:pt x="274" y="0"/>
                          <a:pt x="0" y="243"/>
                          <a:pt x="0" y="547"/>
                        </a:cubicBezTo>
                        <a:cubicBezTo>
                          <a:pt x="0" y="851"/>
                          <a:pt x="274" y="1125"/>
                          <a:pt x="578" y="1125"/>
                        </a:cubicBezTo>
                        <a:lnTo>
                          <a:pt x="11946" y="1125"/>
                        </a:lnTo>
                        <a:cubicBezTo>
                          <a:pt x="12250" y="1125"/>
                          <a:pt x="12493" y="851"/>
                          <a:pt x="12493" y="547"/>
                        </a:cubicBezTo>
                        <a:cubicBezTo>
                          <a:pt x="12493" y="243"/>
                          <a:pt x="12250" y="0"/>
                          <a:pt x="11946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68" name="Google Shape;81;p15">
                    <a:extLst>
                      <a:ext uri="{FF2B5EF4-FFF2-40B4-BE49-F238E27FC236}">
                        <a16:creationId xmlns:a16="http://schemas.microsoft.com/office/drawing/2014/main" id="{8D9984A7-C28B-BFCC-76D5-27219592702F}"/>
                      </a:ext>
                    </a:extLst>
                  </p:cNvPr>
                  <p:cNvSpPr/>
                  <p:nvPr/>
                </p:nvSpPr>
                <p:spPr>
                  <a:xfrm>
                    <a:off x="566546" y="4067874"/>
                    <a:ext cx="720034" cy="648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493" h="1125" extrusionOk="0">
                        <a:moveTo>
                          <a:pt x="578" y="0"/>
                        </a:moveTo>
                        <a:cubicBezTo>
                          <a:pt x="274" y="0"/>
                          <a:pt x="0" y="274"/>
                          <a:pt x="0" y="578"/>
                        </a:cubicBezTo>
                        <a:cubicBezTo>
                          <a:pt x="0" y="882"/>
                          <a:pt x="274" y="1125"/>
                          <a:pt x="578" y="1125"/>
                        </a:cubicBezTo>
                        <a:lnTo>
                          <a:pt x="11946" y="1125"/>
                        </a:lnTo>
                        <a:cubicBezTo>
                          <a:pt x="12250" y="1125"/>
                          <a:pt x="12493" y="882"/>
                          <a:pt x="12493" y="578"/>
                        </a:cubicBezTo>
                        <a:cubicBezTo>
                          <a:pt x="12493" y="274"/>
                          <a:pt x="12250" y="0"/>
                          <a:pt x="11946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0" name="Google Shape;82;p15">
                    <a:extLst>
                      <a:ext uri="{FF2B5EF4-FFF2-40B4-BE49-F238E27FC236}">
                        <a16:creationId xmlns:a16="http://schemas.microsoft.com/office/drawing/2014/main" id="{C8BAD8D6-B846-47FF-B3A2-8F5CD991DC40}"/>
                      </a:ext>
                    </a:extLst>
                  </p:cNvPr>
                  <p:cNvSpPr/>
                  <p:nvPr/>
                </p:nvSpPr>
                <p:spPr>
                  <a:xfrm>
                    <a:off x="566546" y="4176461"/>
                    <a:ext cx="443271" cy="648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91" h="1126" extrusionOk="0">
                        <a:moveTo>
                          <a:pt x="578" y="1"/>
                        </a:moveTo>
                        <a:cubicBezTo>
                          <a:pt x="274" y="1"/>
                          <a:pt x="0" y="244"/>
                          <a:pt x="0" y="578"/>
                        </a:cubicBezTo>
                        <a:cubicBezTo>
                          <a:pt x="0" y="882"/>
                          <a:pt x="274" y="1125"/>
                          <a:pt x="578" y="1125"/>
                        </a:cubicBezTo>
                        <a:lnTo>
                          <a:pt x="7143" y="1125"/>
                        </a:lnTo>
                        <a:cubicBezTo>
                          <a:pt x="7447" y="1125"/>
                          <a:pt x="7690" y="882"/>
                          <a:pt x="7690" y="578"/>
                        </a:cubicBezTo>
                        <a:cubicBezTo>
                          <a:pt x="7690" y="244"/>
                          <a:pt x="7447" y="1"/>
                          <a:pt x="7143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1" name="Google Shape;83;p15">
                    <a:extLst>
                      <a:ext uri="{FF2B5EF4-FFF2-40B4-BE49-F238E27FC236}">
                        <a16:creationId xmlns:a16="http://schemas.microsoft.com/office/drawing/2014/main" id="{F93085E1-E5C8-682F-9775-7C4CE3C13EA4}"/>
                      </a:ext>
                    </a:extLst>
                  </p:cNvPr>
                  <p:cNvSpPr/>
                  <p:nvPr/>
                </p:nvSpPr>
                <p:spPr>
                  <a:xfrm>
                    <a:off x="995761" y="3316300"/>
                    <a:ext cx="401197" cy="12736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61" h="22099" extrusionOk="0">
                        <a:moveTo>
                          <a:pt x="0" y="1"/>
                        </a:moveTo>
                        <a:cubicBezTo>
                          <a:pt x="91" y="821"/>
                          <a:pt x="486" y="1581"/>
                          <a:pt x="1125" y="2128"/>
                        </a:cubicBezTo>
                        <a:lnTo>
                          <a:pt x="5137" y="5533"/>
                        </a:lnTo>
                        <a:cubicBezTo>
                          <a:pt x="5623" y="5988"/>
                          <a:pt x="5927" y="6596"/>
                          <a:pt x="5927" y="7265"/>
                        </a:cubicBezTo>
                        <a:lnTo>
                          <a:pt x="5927" y="7539"/>
                        </a:lnTo>
                        <a:lnTo>
                          <a:pt x="5927" y="19666"/>
                        </a:lnTo>
                        <a:lnTo>
                          <a:pt x="5927" y="19849"/>
                        </a:lnTo>
                        <a:cubicBezTo>
                          <a:pt x="5927" y="21095"/>
                          <a:pt x="4894" y="22098"/>
                          <a:pt x="3648" y="22098"/>
                        </a:cubicBezTo>
                        <a:lnTo>
                          <a:pt x="4681" y="22098"/>
                        </a:lnTo>
                        <a:cubicBezTo>
                          <a:pt x="5927" y="22098"/>
                          <a:pt x="6961" y="21095"/>
                          <a:pt x="6961" y="19849"/>
                        </a:cubicBezTo>
                        <a:lnTo>
                          <a:pt x="6961" y="19666"/>
                        </a:lnTo>
                        <a:lnTo>
                          <a:pt x="6961" y="7539"/>
                        </a:lnTo>
                        <a:lnTo>
                          <a:pt x="6961" y="7265"/>
                        </a:lnTo>
                        <a:cubicBezTo>
                          <a:pt x="6961" y="6596"/>
                          <a:pt x="6657" y="5958"/>
                          <a:pt x="6170" y="5533"/>
                        </a:cubicBezTo>
                        <a:lnTo>
                          <a:pt x="2158" y="2128"/>
                        </a:lnTo>
                        <a:cubicBezTo>
                          <a:pt x="1520" y="1581"/>
                          <a:pt x="1125" y="821"/>
                          <a:pt x="1034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2" name="Google Shape;84;p15">
                    <a:extLst>
                      <a:ext uri="{FF2B5EF4-FFF2-40B4-BE49-F238E27FC236}">
                        <a16:creationId xmlns:a16="http://schemas.microsoft.com/office/drawing/2014/main" id="{C7454540-80C7-FCA9-CBD2-1D37DC318AFD}"/>
                      </a:ext>
                    </a:extLst>
                  </p:cNvPr>
                  <p:cNvSpPr/>
                  <p:nvPr/>
                </p:nvSpPr>
                <p:spPr>
                  <a:xfrm>
                    <a:off x="407125" y="3316300"/>
                    <a:ext cx="548397" cy="12736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15" h="22099" extrusionOk="0">
                        <a:moveTo>
                          <a:pt x="5897" y="1"/>
                        </a:moveTo>
                        <a:cubicBezTo>
                          <a:pt x="5806" y="821"/>
                          <a:pt x="5411" y="1581"/>
                          <a:pt x="4803" y="2128"/>
                        </a:cubicBezTo>
                        <a:lnTo>
                          <a:pt x="790" y="5533"/>
                        </a:lnTo>
                        <a:cubicBezTo>
                          <a:pt x="274" y="5988"/>
                          <a:pt x="0" y="6596"/>
                          <a:pt x="0" y="7265"/>
                        </a:cubicBezTo>
                        <a:lnTo>
                          <a:pt x="0" y="7539"/>
                        </a:lnTo>
                        <a:lnTo>
                          <a:pt x="0" y="19666"/>
                        </a:lnTo>
                        <a:lnTo>
                          <a:pt x="0" y="19849"/>
                        </a:lnTo>
                        <a:cubicBezTo>
                          <a:pt x="0" y="21095"/>
                          <a:pt x="1003" y="22098"/>
                          <a:pt x="2249" y="22098"/>
                        </a:cubicBezTo>
                        <a:lnTo>
                          <a:pt x="5867" y="22098"/>
                        </a:lnTo>
                        <a:cubicBezTo>
                          <a:pt x="4620" y="22098"/>
                          <a:pt x="3617" y="21095"/>
                          <a:pt x="3617" y="19849"/>
                        </a:cubicBezTo>
                        <a:lnTo>
                          <a:pt x="3617" y="19666"/>
                        </a:lnTo>
                        <a:lnTo>
                          <a:pt x="3617" y="7539"/>
                        </a:lnTo>
                        <a:lnTo>
                          <a:pt x="3617" y="7265"/>
                        </a:lnTo>
                        <a:cubicBezTo>
                          <a:pt x="3617" y="6596"/>
                          <a:pt x="3891" y="5988"/>
                          <a:pt x="4408" y="5533"/>
                        </a:cubicBezTo>
                        <a:lnTo>
                          <a:pt x="8420" y="2128"/>
                        </a:lnTo>
                        <a:cubicBezTo>
                          <a:pt x="9058" y="1581"/>
                          <a:pt x="9453" y="821"/>
                          <a:pt x="9514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3" name="Google Shape;85;p15">
                    <a:extLst>
                      <a:ext uri="{FF2B5EF4-FFF2-40B4-BE49-F238E27FC236}">
                        <a16:creationId xmlns:a16="http://schemas.microsoft.com/office/drawing/2014/main" id="{0954548C-8551-93A1-8DD3-044DE273F8AC}"/>
                      </a:ext>
                    </a:extLst>
                  </p:cNvPr>
                  <p:cNvSpPr/>
                  <p:nvPr/>
                </p:nvSpPr>
                <p:spPr>
                  <a:xfrm>
                    <a:off x="636625" y="3009475"/>
                    <a:ext cx="581652" cy="3068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92" h="5655" extrusionOk="0">
                        <a:moveTo>
                          <a:pt x="365" y="1"/>
                        </a:moveTo>
                        <a:cubicBezTo>
                          <a:pt x="152" y="1"/>
                          <a:pt x="0" y="214"/>
                          <a:pt x="0" y="426"/>
                        </a:cubicBezTo>
                        <a:lnTo>
                          <a:pt x="0" y="5229"/>
                        </a:lnTo>
                        <a:cubicBezTo>
                          <a:pt x="0" y="5472"/>
                          <a:pt x="152" y="5655"/>
                          <a:pt x="365" y="5655"/>
                        </a:cubicBezTo>
                        <a:lnTo>
                          <a:pt x="9696" y="5655"/>
                        </a:lnTo>
                        <a:cubicBezTo>
                          <a:pt x="9909" y="5655"/>
                          <a:pt x="10091" y="5472"/>
                          <a:pt x="10091" y="5229"/>
                        </a:cubicBezTo>
                        <a:lnTo>
                          <a:pt x="10091" y="426"/>
                        </a:lnTo>
                        <a:cubicBezTo>
                          <a:pt x="10091" y="214"/>
                          <a:pt x="9909" y="1"/>
                          <a:pt x="9696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4" name="Google Shape;86;p15">
                    <a:extLst>
                      <a:ext uri="{FF2B5EF4-FFF2-40B4-BE49-F238E27FC236}">
                        <a16:creationId xmlns:a16="http://schemas.microsoft.com/office/drawing/2014/main" id="{452D0464-4BF9-5E99-6E2A-9E8F67834293}"/>
                      </a:ext>
                    </a:extLst>
                  </p:cNvPr>
                  <p:cNvSpPr/>
                  <p:nvPr/>
                </p:nvSpPr>
                <p:spPr>
                  <a:xfrm>
                    <a:off x="636625" y="3009474"/>
                    <a:ext cx="252279" cy="3068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77" h="5655" extrusionOk="0">
                        <a:moveTo>
                          <a:pt x="365" y="1"/>
                        </a:moveTo>
                        <a:cubicBezTo>
                          <a:pt x="182" y="1"/>
                          <a:pt x="0" y="214"/>
                          <a:pt x="0" y="426"/>
                        </a:cubicBezTo>
                        <a:lnTo>
                          <a:pt x="0" y="5229"/>
                        </a:lnTo>
                        <a:cubicBezTo>
                          <a:pt x="0" y="5472"/>
                          <a:pt x="182" y="5655"/>
                          <a:pt x="365" y="5655"/>
                        </a:cubicBezTo>
                        <a:lnTo>
                          <a:pt x="4377" y="5655"/>
                        </a:lnTo>
                        <a:cubicBezTo>
                          <a:pt x="4164" y="5655"/>
                          <a:pt x="3982" y="5472"/>
                          <a:pt x="3982" y="5229"/>
                        </a:cubicBezTo>
                        <a:lnTo>
                          <a:pt x="3982" y="426"/>
                        </a:lnTo>
                        <a:cubicBezTo>
                          <a:pt x="3982" y="214"/>
                          <a:pt x="4164" y="1"/>
                          <a:pt x="4377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5" name="Google Shape;87;p15">
                    <a:extLst>
                      <a:ext uri="{FF2B5EF4-FFF2-40B4-BE49-F238E27FC236}">
                        <a16:creationId xmlns:a16="http://schemas.microsoft.com/office/drawing/2014/main" id="{36F25849-70FE-6EE2-4485-0F351BA67B60}"/>
                      </a:ext>
                    </a:extLst>
                  </p:cNvPr>
                  <p:cNvSpPr/>
                  <p:nvPr/>
                </p:nvSpPr>
                <p:spPr>
                  <a:xfrm>
                    <a:off x="995750" y="2995200"/>
                    <a:ext cx="59150" cy="3259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4" h="5655" extrusionOk="0">
                        <a:moveTo>
                          <a:pt x="0" y="1"/>
                        </a:moveTo>
                        <a:lnTo>
                          <a:pt x="0" y="5655"/>
                        </a:lnTo>
                        <a:lnTo>
                          <a:pt x="1064" y="5655"/>
                        </a:lnTo>
                        <a:lnTo>
                          <a:pt x="1064" y="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sp>
        <p:nvSpPr>
          <p:cNvPr id="5" name="Google Shape;609;p33">
            <a:extLst>
              <a:ext uri="{FF2B5EF4-FFF2-40B4-BE49-F238E27FC236}">
                <a16:creationId xmlns:a16="http://schemas.microsoft.com/office/drawing/2014/main" id="{F781322A-13E1-AB6E-6EDC-1BBAE009816E}"/>
              </a:ext>
            </a:extLst>
          </p:cNvPr>
          <p:cNvSpPr/>
          <p:nvPr/>
        </p:nvSpPr>
        <p:spPr>
          <a:xfrm>
            <a:off x="8142615" y="4791315"/>
            <a:ext cx="343849" cy="343831"/>
          </a:xfrm>
          <a:custGeom>
            <a:avLst/>
            <a:gdLst/>
            <a:ahLst/>
            <a:cxnLst/>
            <a:rect l="l" t="t" r="r" b="b"/>
            <a:pathLst>
              <a:path w="297675" h="297675" extrusionOk="0">
                <a:moveTo>
                  <a:pt x="297675" y="148838"/>
                </a:moveTo>
                <a:cubicBezTo>
                  <a:pt x="297675" y="231038"/>
                  <a:pt x="231038" y="297675"/>
                  <a:pt x="148838" y="297675"/>
                </a:cubicBezTo>
                <a:cubicBezTo>
                  <a:pt x="66637" y="297675"/>
                  <a:pt x="0" y="231038"/>
                  <a:pt x="0" y="148838"/>
                </a:cubicBezTo>
                <a:cubicBezTo>
                  <a:pt x="0" y="66637"/>
                  <a:pt x="66637" y="0"/>
                  <a:pt x="148838" y="0"/>
                </a:cubicBezTo>
                <a:cubicBezTo>
                  <a:pt x="231038" y="0"/>
                  <a:pt x="297675" y="66637"/>
                  <a:pt x="297675" y="148838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dirty="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553;p33">
            <a:extLst>
              <a:ext uri="{FF2B5EF4-FFF2-40B4-BE49-F238E27FC236}">
                <a16:creationId xmlns:a16="http://schemas.microsoft.com/office/drawing/2014/main" id="{3162B4B7-0610-A2EE-C94B-0056A0A8E1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816467" y="-186484"/>
            <a:ext cx="10776933" cy="109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US" sz="4000" dirty="0">
                <a:solidFill>
                  <a:schemeClr val="tx1"/>
                </a:solidFill>
              </a:rPr>
              <a:t>3. SOLUTION FINE-TUNING</a:t>
            </a:r>
            <a:endParaRPr sz="40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9E77AA5-4F6C-D4F5-832E-59101AA91967}"/>
              </a:ext>
            </a:extLst>
          </p:cNvPr>
          <p:cNvSpPr txBox="1"/>
          <p:nvPr/>
        </p:nvSpPr>
        <p:spPr>
          <a:xfrm>
            <a:off x="611789" y="1424094"/>
            <a:ext cx="3125323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r>
              <a:rPr lang="fr-FR" sz="1200" b="1" dirty="0"/>
              <a:t>Principe</a:t>
            </a:r>
            <a:r>
              <a:rPr lang="fr-FR" sz="1200" dirty="0"/>
              <a:t> : Spécialisation d'un modèle sur nos données</a:t>
            </a:r>
          </a:p>
          <a:p>
            <a:endParaRPr lang="fr-FR" sz="1200" dirty="0"/>
          </a:p>
          <a:p>
            <a:r>
              <a:rPr lang="fr-FR" sz="1200" b="1" dirty="0"/>
              <a:t>Approche</a:t>
            </a:r>
            <a:r>
              <a:rPr lang="fr-FR" sz="1200" dirty="0"/>
              <a:t> : </a:t>
            </a:r>
            <a:r>
              <a:rPr lang="fr-FR" sz="1200" dirty="0" err="1"/>
              <a:t>LoRA</a:t>
            </a:r>
            <a:r>
              <a:rPr lang="fr-FR" sz="1200" dirty="0"/>
              <a:t> fine-tuning (</a:t>
            </a:r>
            <a:r>
              <a:rPr lang="en-US" sz="1200" dirty="0"/>
              <a:t>Phi-3 Mini 4K Instruct 3,8B)</a:t>
            </a:r>
            <a:r>
              <a:rPr lang="fr-FR" sz="1200" dirty="0"/>
              <a:t>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0B12F28-720A-E64B-182F-789B57945FB9}"/>
              </a:ext>
            </a:extLst>
          </p:cNvPr>
          <p:cNvSpPr txBox="1"/>
          <p:nvPr/>
        </p:nvSpPr>
        <p:spPr>
          <a:xfrm>
            <a:off x="611789" y="2901176"/>
            <a:ext cx="50018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highlight>
                  <a:srgbClr val="FFFF00"/>
                </a:highlight>
              </a:rPr>
              <a:t>Étape 1 : Génération de données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D7B7F8D-232C-54A5-42B9-B3937D905239}"/>
              </a:ext>
            </a:extLst>
          </p:cNvPr>
          <p:cNvSpPr txBox="1"/>
          <p:nvPr/>
        </p:nvSpPr>
        <p:spPr>
          <a:xfrm>
            <a:off x="768867" y="3240810"/>
            <a:ext cx="30462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/>
              <a:t>- Prompt GPT pour créer 300 exemples</a:t>
            </a:r>
          </a:p>
          <a:p>
            <a:r>
              <a:rPr lang="fr-FR" sz="1100" dirty="0"/>
              <a:t>- Format JSON structuré avec entités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D49982FA-4D8F-D363-5A69-8DC663CA8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1512" y="938451"/>
            <a:ext cx="4275758" cy="1232552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3DA15EB8-29C9-14D9-28C7-6F8540FDA0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2070" y="3456254"/>
            <a:ext cx="4255200" cy="1183604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0CADC15C-46F8-BF22-346C-47D15D5CA5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2225" y="2214060"/>
            <a:ext cx="4255200" cy="1199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8263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8">
          <a:extLst>
            <a:ext uri="{FF2B5EF4-FFF2-40B4-BE49-F238E27FC236}">
              <a16:creationId xmlns:a16="http://schemas.microsoft.com/office/drawing/2014/main" id="{3ABD5981-1715-F349-E486-B62B46966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36">
            <a:extLst>
              <a:ext uri="{FF2B5EF4-FFF2-40B4-BE49-F238E27FC236}">
                <a16:creationId xmlns:a16="http://schemas.microsoft.com/office/drawing/2014/main" id="{2DF13799-4653-64CE-F79B-2FAFB38F6168}"/>
              </a:ext>
            </a:extLst>
          </p:cNvPr>
          <p:cNvSpPr/>
          <p:nvPr/>
        </p:nvSpPr>
        <p:spPr>
          <a:xfrm rot="10800000">
            <a:off x="-1783785" y="-4055514"/>
            <a:ext cx="4601823" cy="4595015"/>
          </a:xfrm>
          <a:custGeom>
            <a:avLst/>
            <a:gdLst/>
            <a:ahLst/>
            <a:cxnLst/>
            <a:rect l="l" t="t" r="r" b="b"/>
            <a:pathLst>
              <a:path w="82518" h="82518" extrusionOk="0">
                <a:moveTo>
                  <a:pt x="83711" y="41608"/>
                </a:moveTo>
                <a:cubicBezTo>
                  <a:pt x="83711" y="64398"/>
                  <a:pt x="65233" y="82871"/>
                  <a:pt x="42449" y="82871"/>
                </a:cubicBezTo>
                <a:cubicBezTo>
                  <a:pt x="19665" y="82871"/>
                  <a:pt x="1193" y="64398"/>
                  <a:pt x="1193" y="41608"/>
                </a:cubicBezTo>
                <a:cubicBezTo>
                  <a:pt x="1193" y="18824"/>
                  <a:pt x="19665" y="352"/>
                  <a:pt x="42449" y="352"/>
                </a:cubicBezTo>
                <a:cubicBezTo>
                  <a:pt x="65233" y="352"/>
                  <a:pt x="83711" y="18824"/>
                  <a:pt x="83711" y="4160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8A0221D-BCB6-0FD2-A2B5-041D5188A025}"/>
              </a:ext>
            </a:extLst>
          </p:cNvPr>
          <p:cNvGrpSpPr/>
          <p:nvPr/>
        </p:nvGrpSpPr>
        <p:grpSpPr>
          <a:xfrm>
            <a:off x="7850646" y="4371342"/>
            <a:ext cx="1724583" cy="1854968"/>
            <a:chOff x="-27002" y="4214453"/>
            <a:chExt cx="1288159" cy="1385548"/>
          </a:xfrm>
        </p:grpSpPr>
        <p:sp>
          <p:nvSpPr>
            <p:cNvPr id="53" name="Google Shape;519;p30">
              <a:extLst>
                <a:ext uri="{FF2B5EF4-FFF2-40B4-BE49-F238E27FC236}">
                  <a16:creationId xmlns:a16="http://schemas.microsoft.com/office/drawing/2014/main" id="{E7F02542-1225-C5D2-F595-9B169592F4D0}"/>
                </a:ext>
              </a:extLst>
            </p:cNvPr>
            <p:cNvSpPr/>
            <p:nvPr/>
          </p:nvSpPr>
          <p:spPr>
            <a:xfrm rot="18900000">
              <a:off x="-27002" y="4408592"/>
              <a:ext cx="1191409" cy="1191409"/>
            </a:xfrm>
            <a:custGeom>
              <a:avLst/>
              <a:gdLst/>
              <a:ahLst/>
              <a:cxnLst/>
              <a:rect l="l" t="t" r="r" b="b"/>
              <a:pathLst>
                <a:path w="459500" h="459500" extrusionOk="0">
                  <a:moveTo>
                    <a:pt x="459501" y="229750"/>
                  </a:moveTo>
                  <a:cubicBezTo>
                    <a:pt x="459501" y="356638"/>
                    <a:pt x="356638" y="459501"/>
                    <a:pt x="229750" y="459501"/>
                  </a:cubicBezTo>
                  <a:cubicBezTo>
                    <a:pt x="102863" y="459501"/>
                    <a:pt x="0" y="356638"/>
                    <a:pt x="0" y="229750"/>
                  </a:cubicBezTo>
                  <a:cubicBezTo>
                    <a:pt x="0" y="102863"/>
                    <a:pt x="102863" y="0"/>
                    <a:pt x="229750" y="0"/>
                  </a:cubicBezTo>
                  <a:cubicBezTo>
                    <a:pt x="356638" y="0"/>
                    <a:pt x="459501" y="102863"/>
                    <a:pt x="459501" y="229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4" name="Google Shape;520;p30">
              <a:extLst>
                <a:ext uri="{FF2B5EF4-FFF2-40B4-BE49-F238E27FC236}">
                  <a16:creationId xmlns:a16="http://schemas.microsoft.com/office/drawing/2014/main" id="{753D2800-7ACE-51DE-7B14-0609869F6814}"/>
                </a:ext>
              </a:extLst>
            </p:cNvPr>
            <p:cNvGrpSpPr/>
            <p:nvPr/>
          </p:nvGrpSpPr>
          <p:grpSpPr>
            <a:xfrm>
              <a:off x="162397" y="4214453"/>
              <a:ext cx="287520" cy="277877"/>
              <a:chOff x="276538" y="4265936"/>
              <a:chExt cx="537900" cy="519860"/>
            </a:xfrm>
          </p:grpSpPr>
          <p:sp>
            <p:nvSpPr>
              <p:cNvPr id="789" name="Google Shape;521;p30">
                <a:extLst>
                  <a:ext uri="{FF2B5EF4-FFF2-40B4-BE49-F238E27FC236}">
                    <a16:creationId xmlns:a16="http://schemas.microsoft.com/office/drawing/2014/main" id="{9527C59B-1352-C787-E2AD-5464A6FDE7DB}"/>
                  </a:ext>
                </a:extLst>
              </p:cNvPr>
              <p:cNvSpPr/>
              <p:nvPr/>
            </p:nvSpPr>
            <p:spPr>
              <a:xfrm rot="10800000">
                <a:off x="620490" y="4591849"/>
                <a:ext cx="193947" cy="193947"/>
              </a:xfrm>
              <a:custGeom>
                <a:avLst/>
                <a:gdLst/>
                <a:ahLst/>
                <a:cxnLst/>
                <a:rect l="l" t="t" r="r" b="b"/>
                <a:pathLst>
                  <a:path w="259461" h="259461" extrusionOk="0">
                    <a:moveTo>
                      <a:pt x="259461" y="87687"/>
                    </a:moveTo>
                    <a:lnTo>
                      <a:pt x="171774" y="87687"/>
                    </a:lnTo>
                    <a:lnTo>
                      <a:pt x="171774" y="0"/>
                    </a:lnTo>
                    <a:lnTo>
                      <a:pt x="87687" y="0"/>
                    </a:lnTo>
                    <a:lnTo>
                      <a:pt x="87687" y="87687"/>
                    </a:lnTo>
                    <a:lnTo>
                      <a:pt x="0" y="87687"/>
                    </a:lnTo>
                    <a:lnTo>
                      <a:pt x="0" y="171774"/>
                    </a:lnTo>
                    <a:lnTo>
                      <a:pt x="87687" y="171774"/>
                    </a:lnTo>
                    <a:lnTo>
                      <a:pt x="87687" y="259461"/>
                    </a:lnTo>
                    <a:lnTo>
                      <a:pt x="171774" y="259461"/>
                    </a:lnTo>
                    <a:lnTo>
                      <a:pt x="171774" y="171774"/>
                    </a:lnTo>
                    <a:lnTo>
                      <a:pt x="259461" y="17177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" name="Google Shape;522;p30">
                <a:extLst>
                  <a:ext uri="{FF2B5EF4-FFF2-40B4-BE49-F238E27FC236}">
                    <a16:creationId xmlns:a16="http://schemas.microsoft.com/office/drawing/2014/main" id="{43B83A5B-8422-B66A-B818-F17482555322}"/>
                  </a:ext>
                </a:extLst>
              </p:cNvPr>
              <p:cNvSpPr/>
              <p:nvPr/>
            </p:nvSpPr>
            <p:spPr>
              <a:xfrm rot="10800000">
                <a:off x="276538" y="4265936"/>
                <a:ext cx="267245" cy="267245"/>
              </a:xfrm>
              <a:custGeom>
                <a:avLst/>
                <a:gdLst/>
                <a:ahLst/>
                <a:cxnLst/>
                <a:rect l="l" t="t" r="r" b="b"/>
                <a:pathLst>
                  <a:path w="259461" h="259461" extrusionOk="0">
                    <a:moveTo>
                      <a:pt x="259461" y="87687"/>
                    </a:moveTo>
                    <a:lnTo>
                      <a:pt x="171774" y="87687"/>
                    </a:lnTo>
                    <a:lnTo>
                      <a:pt x="171774" y="0"/>
                    </a:lnTo>
                    <a:lnTo>
                      <a:pt x="87687" y="0"/>
                    </a:lnTo>
                    <a:lnTo>
                      <a:pt x="87687" y="87687"/>
                    </a:lnTo>
                    <a:lnTo>
                      <a:pt x="0" y="87687"/>
                    </a:lnTo>
                    <a:lnTo>
                      <a:pt x="0" y="171774"/>
                    </a:lnTo>
                    <a:lnTo>
                      <a:pt x="87687" y="171774"/>
                    </a:lnTo>
                    <a:lnTo>
                      <a:pt x="87687" y="259461"/>
                    </a:lnTo>
                    <a:lnTo>
                      <a:pt x="171774" y="259461"/>
                    </a:lnTo>
                    <a:lnTo>
                      <a:pt x="171774" y="171774"/>
                    </a:lnTo>
                    <a:lnTo>
                      <a:pt x="259461" y="17177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" name="Google Shape;59;p15">
              <a:extLst>
                <a:ext uri="{FF2B5EF4-FFF2-40B4-BE49-F238E27FC236}">
                  <a16:creationId xmlns:a16="http://schemas.microsoft.com/office/drawing/2014/main" id="{5B897D74-17C5-6BF1-3560-6A3DC1618EE9}"/>
                </a:ext>
              </a:extLst>
            </p:cNvPr>
            <p:cNvGrpSpPr/>
            <p:nvPr/>
          </p:nvGrpSpPr>
          <p:grpSpPr>
            <a:xfrm>
              <a:off x="388606" y="4341072"/>
              <a:ext cx="872551" cy="621806"/>
              <a:chOff x="485332" y="3045714"/>
              <a:chExt cx="2272409" cy="1619385"/>
            </a:xfrm>
          </p:grpSpPr>
          <p:grpSp>
            <p:nvGrpSpPr>
              <p:cNvPr id="56" name="Google Shape;60;p15">
                <a:extLst>
                  <a:ext uri="{FF2B5EF4-FFF2-40B4-BE49-F238E27FC236}">
                    <a16:creationId xmlns:a16="http://schemas.microsoft.com/office/drawing/2014/main" id="{9DF1D6AE-60B6-9E84-C473-ABC374A68B0F}"/>
                  </a:ext>
                </a:extLst>
              </p:cNvPr>
              <p:cNvGrpSpPr/>
              <p:nvPr/>
            </p:nvGrpSpPr>
            <p:grpSpPr>
              <a:xfrm>
                <a:off x="485332" y="3271211"/>
                <a:ext cx="1295922" cy="1168375"/>
                <a:chOff x="333385" y="2878200"/>
                <a:chExt cx="1899900" cy="1712909"/>
              </a:xfrm>
            </p:grpSpPr>
            <p:sp>
              <p:nvSpPr>
                <p:cNvPr id="776" name="Google Shape;61;p15">
                  <a:extLst>
                    <a:ext uri="{FF2B5EF4-FFF2-40B4-BE49-F238E27FC236}">
                      <a16:creationId xmlns:a16="http://schemas.microsoft.com/office/drawing/2014/main" id="{5EC51BD5-5EF2-41F5-2C36-91AB4C1C942E}"/>
                    </a:ext>
                  </a:extLst>
                </p:cNvPr>
                <p:cNvSpPr/>
                <p:nvPr/>
              </p:nvSpPr>
              <p:spPr>
                <a:xfrm>
                  <a:off x="333385" y="4332809"/>
                  <a:ext cx="1899900" cy="258300"/>
                </a:xfrm>
                <a:prstGeom prst="ellipse">
                  <a:avLst/>
                </a:prstGeom>
                <a:solidFill>
                  <a:srgbClr val="000000">
                    <a:alpha val="31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777" name="Google Shape;62;p15">
                  <a:extLst>
                    <a:ext uri="{FF2B5EF4-FFF2-40B4-BE49-F238E27FC236}">
                      <a16:creationId xmlns:a16="http://schemas.microsoft.com/office/drawing/2014/main" id="{541CA9F1-15AF-31CB-C4C9-181B2209AD35}"/>
                    </a:ext>
                  </a:extLst>
                </p:cNvPr>
                <p:cNvGrpSpPr/>
                <p:nvPr/>
              </p:nvGrpSpPr>
              <p:grpSpPr>
                <a:xfrm>
                  <a:off x="706813" y="2878200"/>
                  <a:ext cx="1040658" cy="1594797"/>
                  <a:chOff x="407125" y="2995200"/>
                  <a:chExt cx="1040658" cy="1594797"/>
                </a:xfrm>
              </p:grpSpPr>
              <p:sp>
                <p:nvSpPr>
                  <p:cNvPr id="778" name="Google Shape;63;p15">
                    <a:extLst>
                      <a:ext uri="{FF2B5EF4-FFF2-40B4-BE49-F238E27FC236}">
                        <a16:creationId xmlns:a16="http://schemas.microsoft.com/office/drawing/2014/main" id="{3C817735-C9F4-ED81-9567-8FDC215EDDDA}"/>
                      </a:ext>
                    </a:extLst>
                  </p:cNvPr>
                  <p:cNvSpPr/>
                  <p:nvPr/>
                </p:nvSpPr>
                <p:spPr>
                  <a:xfrm>
                    <a:off x="407125" y="3750761"/>
                    <a:ext cx="1040658" cy="6990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056" h="12129" extrusionOk="0">
                        <a:moveTo>
                          <a:pt x="0" y="1"/>
                        </a:moveTo>
                        <a:lnTo>
                          <a:pt x="0" y="12128"/>
                        </a:lnTo>
                        <a:lnTo>
                          <a:pt x="18055" y="12128"/>
                        </a:lnTo>
                        <a:lnTo>
                          <a:pt x="18055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9" name="Google Shape;64;p15">
                    <a:extLst>
                      <a:ext uri="{FF2B5EF4-FFF2-40B4-BE49-F238E27FC236}">
                        <a16:creationId xmlns:a16="http://schemas.microsoft.com/office/drawing/2014/main" id="{6B97AD94-322D-D797-D4C9-E8AFEE76DFBC}"/>
                      </a:ext>
                    </a:extLst>
                  </p:cNvPr>
                  <p:cNvSpPr/>
                  <p:nvPr/>
                </p:nvSpPr>
                <p:spPr>
                  <a:xfrm>
                    <a:off x="407125" y="3316300"/>
                    <a:ext cx="1040658" cy="4345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056" h="7539" extrusionOk="0">
                        <a:moveTo>
                          <a:pt x="5897" y="1"/>
                        </a:moveTo>
                        <a:cubicBezTo>
                          <a:pt x="5836" y="821"/>
                          <a:pt x="5441" y="1581"/>
                          <a:pt x="4803" y="2128"/>
                        </a:cubicBezTo>
                        <a:lnTo>
                          <a:pt x="790" y="5533"/>
                        </a:lnTo>
                        <a:cubicBezTo>
                          <a:pt x="274" y="5988"/>
                          <a:pt x="0" y="6596"/>
                          <a:pt x="0" y="7265"/>
                        </a:cubicBezTo>
                        <a:lnTo>
                          <a:pt x="0" y="7539"/>
                        </a:lnTo>
                        <a:lnTo>
                          <a:pt x="18055" y="7539"/>
                        </a:lnTo>
                        <a:lnTo>
                          <a:pt x="18055" y="7265"/>
                        </a:lnTo>
                        <a:cubicBezTo>
                          <a:pt x="18055" y="6596"/>
                          <a:pt x="17751" y="5958"/>
                          <a:pt x="17265" y="5533"/>
                        </a:cubicBezTo>
                        <a:lnTo>
                          <a:pt x="13253" y="2128"/>
                        </a:lnTo>
                        <a:cubicBezTo>
                          <a:pt x="12614" y="1581"/>
                          <a:pt x="12219" y="821"/>
                          <a:pt x="12128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0" name="Google Shape;65;p15">
                    <a:extLst>
                      <a:ext uri="{FF2B5EF4-FFF2-40B4-BE49-F238E27FC236}">
                        <a16:creationId xmlns:a16="http://schemas.microsoft.com/office/drawing/2014/main" id="{9DCB6844-0356-6410-96EE-B1AC8B8232FB}"/>
                      </a:ext>
                    </a:extLst>
                  </p:cNvPr>
                  <p:cNvSpPr/>
                  <p:nvPr/>
                </p:nvSpPr>
                <p:spPr>
                  <a:xfrm>
                    <a:off x="407125" y="4449771"/>
                    <a:ext cx="1040658" cy="1402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056" h="2433" extrusionOk="0">
                        <a:moveTo>
                          <a:pt x="0" y="0"/>
                        </a:moveTo>
                        <a:lnTo>
                          <a:pt x="0" y="183"/>
                        </a:lnTo>
                        <a:cubicBezTo>
                          <a:pt x="0" y="1429"/>
                          <a:pt x="1003" y="2432"/>
                          <a:pt x="2249" y="2432"/>
                        </a:cubicBezTo>
                        <a:lnTo>
                          <a:pt x="15776" y="2432"/>
                        </a:lnTo>
                        <a:cubicBezTo>
                          <a:pt x="17022" y="2432"/>
                          <a:pt x="18055" y="1429"/>
                          <a:pt x="18055" y="183"/>
                        </a:cubicBezTo>
                        <a:lnTo>
                          <a:pt x="18055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1" name="Google Shape;66;p15">
                    <a:extLst>
                      <a:ext uri="{FF2B5EF4-FFF2-40B4-BE49-F238E27FC236}">
                        <a16:creationId xmlns:a16="http://schemas.microsoft.com/office/drawing/2014/main" id="{CD2A7029-D03A-D4B4-CE6D-2265BAF56CDD}"/>
                      </a:ext>
                    </a:extLst>
                  </p:cNvPr>
                  <p:cNvSpPr/>
                  <p:nvPr/>
                </p:nvSpPr>
                <p:spPr>
                  <a:xfrm>
                    <a:off x="566546" y="3961017"/>
                    <a:ext cx="720034" cy="648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493" h="1125" extrusionOk="0">
                        <a:moveTo>
                          <a:pt x="578" y="0"/>
                        </a:moveTo>
                        <a:cubicBezTo>
                          <a:pt x="274" y="0"/>
                          <a:pt x="0" y="243"/>
                          <a:pt x="0" y="547"/>
                        </a:cubicBezTo>
                        <a:cubicBezTo>
                          <a:pt x="0" y="851"/>
                          <a:pt x="274" y="1125"/>
                          <a:pt x="578" y="1125"/>
                        </a:cubicBezTo>
                        <a:lnTo>
                          <a:pt x="11946" y="1125"/>
                        </a:lnTo>
                        <a:cubicBezTo>
                          <a:pt x="12250" y="1125"/>
                          <a:pt x="12493" y="851"/>
                          <a:pt x="12493" y="547"/>
                        </a:cubicBezTo>
                        <a:cubicBezTo>
                          <a:pt x="12493" y="243"/>
                          <a:pt x="12250" y="0"/>
                          <a:pt x="11946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2" name="Google Shape;67;p15">
                    <a:extLst>
                      <a:ext uri="{FF2B5EF4-FFF2-40B4-BE49-F238E27FC236}">
                        <a16:creationId xmlns:a16="http://schemas.microsoft.com/office/drawing/2014/main" id="{4BF5FA3F-C9D1-AD28-1C2D-0D6D8DDD941C}"/>
                      </a:ext>
                    </a:extLst>
                  </p:cNvPr>
                  <p:cNvSpPr/>
                  <p:nvPr/>
                </p:nvSpPr>
                <p:spPr>
                  <a:xfrm>
                    <a:off x="566546" y="4067874"/>
                    <a:ext cx="720034" cy="648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493" h="1125" extrusionOk="0">
                        <a:moveTo>
                          <a:pt x="578" y="0"/>
                        </a:moveTo>
                        <a:cubicBezTo>
                          <a:pt x="274" y="0"/>
                          <a:pt x="0" y="274"/>
                          <a:pt x="0" y="578"/>
                        </a:cubicBezTo>
                        <a:cubicBezTo>
                          <a:pt x="0" y="882"/>
                          <a:pt x="274" y="1125"/>
                          <a:pt x="578" y="1125"/>
                        </a:cubicBezTo>
                        <a:lnTo>
                          <a:pt x="11946" y="1125"/>
                        </a:lnTo>
                        <a:cubicBezTo>
                          <a:pt x="12250" y="1125"/>
                          <a:pt x="12493" y="882"/>
                          <a:pt x="12493" y="578"/>
                        </a:cubicBezTo>
                        <a:cubicBezTo>
                          <a:pt x="12493" y="274"/>
                          <a:pt x="12250" y="0"/>
                          <a:pt x="11946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3" name="Google Shape;68;p15">
                    <a:extLst>
                      <a:ext uri="{FF2B5EF4-FFF2-40B4-BE49-F238E27FC236}">
                        <a16:creationId xmlns:a16="http://schemas.microsoft.com/office/drawing/2014/main" id="{F1E701E2-BD33-E247-25DD-5CB4942AB4D4}"/>
                      </a:ext>
                    </a:extLst>
                  </p:cNvPr>
                  <p:cNvSpPr/>
                  <p:nvPr/>
                </p:nvSpPr>
                <p:spPr>
                  <a:xfrm>
                    <a:off x="566546" y="4176461"/>
                    <a:ext cx="443271" cy="648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91" h="1126" extrusionOk="0">
                        <a:moveTo>
                          <a:pt x="578" y="1"/>
                        </a:moveTo>
                        <a:cubicBezTo>
                          <a:pt x="274" y="1"/>
                          <a:pt x="0" y="244"/>
                          <a:pt x="0" y="578"/>
                        </a:cubicBezTo>
                        <a:cubicBezTo>
                          <a:pt x="0" y="882"/>
                          <a:pt x="274" y="1125"/>
                          <a:pt x="578" y="1125"/>
                        </a:cubicBezTo>
                        <a:lnTo>
                          <a:pt x="7143" y="1125"/>
                        </a:lnTo>
                        <a:cubicBezTo>
                          <a:pt x="7447" y="1125"/>
                          <a:pt x="7690" y="882"/>
                          <a:pt x="7690" y="578"/>
                        </a:cubicBezTo>
                        <a:cubicBezTo>
                          <a:pt x="7690" y="244"/>
                          <a:pt x="7447" y="1"/>
                          <a:pt x="7143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4" name="Google Shape;69;p15">
                    <a:extLst>
                      <a:ext uri="{FF2B5EF4-FFF2-40B4-BE49-F238E27FC236}">
                        <a16:creationId xmlns:a16="http://schemas.microsoft.com/office/drawing/2014/main" id="{A3D3AF91-BD4F-7597-39BB-7E0304F2D6FA}"/>
                      </a:ext>
                    </a:extLst>
                  </p:cNvPr>
                  <p:cNvSpPr/>
                  <p:nvPr/>
                </p:nvSpPr>
                <p:spPr>
                  <a:xfrm>
                    <a:off x="995761" y="3316300"/>
                    <a:ext cx="401197" cy="12736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61" h="22099" extrusionOk="0">
                        <a:moveTo>
                          <a:pt x="0" y="1"/>
                        </a:moveTo>
                        <a:cubicBezTo>
                          <a:pt x="91" y="821"/>
                          <a:pt x="486" y="1581"/>
                          <a:pt x="1125" y="2128"/>
                        </a:cubicBezTo>
                        <a:lnTo>
                          <a:pt x="5137" y="5533"/>
                        </a:lnTo>
                        <a:cubicBezTo>
                          <a:pt x="5623" y="5988"/>
                          <a:pt x="5927" y="6596"/>
                          <a:pt x="5927" y="7265"/>
                        </a:cubicBezTo>
                        <a:lnTo>
                          <a:pt x="5927" y="7539"/>
                        </a:lnTo>
                        <a:lnTo>
                          <a:pt x="5927" y="19666"/>
                        </a:lnTo>
                        <a:lnTo>
                          <a:pt x="5927" y="19849"/>
                        </a:lnTo>
                        <a:cubicBezTo>
                          <a:pt x="5927" y="21095"/>
                          <a:pt x="4894" y="22098"/>
                          <a:pt x="3648" y="22098"/>
                        </a:cubicBezTo>
                        <a:lnTo>
                          <a:pt x="4681" y="22098"/>
                        </a:lnTo>
                        <a:cubicBezTo>
                          <a:pt x="5927" y="22098"/>
                          <a:pt x="6961" y="21095"/>
                          <a:pt x="6961" y="19849"/>
                        </a:cubicBezTo>
                        <a:lnTo>
                          <a:pt x="6961" y="19666"/>
                        </a:lnTo>
                        <a:lnTo>
                          <a:pt x="6961" y="7539"/>
                        </a:lnTo>
                        <a:lnTo>
                          <a:pt x="6961" y="7265"/>
                        </a:lnTo>
                        <a:cubicBezTo>
                          <a:pt x="6961" y="6596"/>
                          <a:pt x="6657" y="5958"/>
                          <a:pt x="6170" y="5533"/>
                        </a:cubicBezTo>
                        <a:lnTo>
                          <a:pt x="2158" y="2128"/>
                        </a:lnTo>
                        <a:cubicBezTo>
                          <a:pt x="1520" y="1581"/>
                          <a:pt x="1125" y="821"/>
                          <a:pt x="1034" y="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5" name="Google Shape;70;p15">
                    <a:extLst>
                      <a:ext uri="{FF2B5EF4-FFF2-40B4-BE49-F238E27FC236}">
                        <a16:creationId xmlns:a16="http://schemas.microsoft.com/office/drawing/2014/main" id="{EE49CD2A-9FC8-7D17-9049-97D075D23FFB}"/>
                      </a:ext>
                    </a:extLst>
                  </p:cNvPr>
                  <p:cNvSpPr/>
                  <p:nvPr/>
                </p:nvSpPr>
                <p:spPr>
                  <a:xfrm>
                    <a:off x="407125" y="3316300"/>
                    <a:ext cx="548397" cy="12736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15" h="22099" extrusionOk="0">
                        <a:moveTo>
                          <a:pt x="5897" y="1"/>
                        </a:moveTo>
                        <a:cubicBezTo>
                          <a:pt x="5806" y="821"/>
                          <a:pt x="5411" y="1581"/>
                          <a:pt x="4803" y="2128"/>
                        </a:cubicBezTo>
                        <a:lnTo>
                          <a:pt x="790" y="5533"/>
                        </a:lnTo>
                        <a:cubicBezTo>
                          <a:pt x="274" y="5988"/>
                          <a:pt x="0" y="6596"/>
                          <a:pt x="0" y="7265"/>
                        </a:cubicBezTo>
                        <a:lnTo>
                          <a:pt x="0" y="7539"/>
                        </a:lnTo>
                        <a:lnTo>
                          <a:pt x="0" y="19666"/>
                        </a:lnTo>
                        <a:lnTo>
                          <a:pt x="0" y="19849"/>
                        </a:lnTo>
                        <a:cubicBezTo>
                          <a:pt x="0" y="21095"/>
                          <a:pt x="1003" y="22098"/>
                          <a:pt x="2249" y="22098"/>
                        </a:cubicBezTo>
                        <a:lnTo>
                          <a:pt x="5867" y="22098"/>
                        </a:lnTo>
                        <a:cubicBezTo>
                          <a:pt x="4620" y="22098"/>
                          <a:pt x="3617" y="21095"/>
                          <a:pt x="3617" y="19849"/>
                        </a:cubicBezTo>
                        <a:lnTo>
                          <a:pt x="3617" y="19666"/>
                        </a:lnTo>
                        <a:lnTo>
                          <a:pt x="3617" y="7539"/>
                        </a:lnTo>
                        <a:lnTo>
                          <a:pt x="3617" y="7265"/>
                        </a:lnTo>
                        <a:cubicBezTo>
                          <a:pt x="3617" y="6596"/>
                          <a:pt x="3891" y="5988"/>
                          <a:pt x="4408" y="5533"/>
                        </a:cubicBezTo>
                        <a:lnTo>
                          <a:pt x="8420" y="2128"/>
                        </a:lnTo>
                        <a:cubicBezTo>
                          <a:pt x="9058" y="1581"/>
                          <a:pt x="9453" y="821"/>
                          <a:pt x="9514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6" name="Google Shape;71;p15">
                    <a:extLst>
                      <a:ext uri="{FF2B5EF4-FFF2-40B4-BE49-F238E27FC236}">
                        <a16:creationId xmlns:a16="http://schemas.microsoft.com/office/drawing/2014/main" id="{BD8C9070-5B2B-A234-4678-DC3A0793A85E}"/>
                      </a:ext>
                    </a:extLst>
                  </p:cNvPr>
                  <p:cNvSpPr/>
                  <p:nvPr/>
                </p:nvSpPr>
                <p:spPr>
                  <a:xfrm>
                    <a:off x="636625" y="3009475"/>
                    <a:ext cx="581652" cy="3068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92" h="5655" extrusionOk="0">
                        <a:moveTo>
                          <a:pt x="365" y="1"/>
                        </a:moveTo>
                        <a:cubicBezTo>
                          <a:pt x="152" y="1"/>
                          <a:pt x="0" y="214"/>
                          <a:pt x="0" y="426"/>
                        </a:cubicBezTo>
                        <a:lnTo>
                          <a:pt x="0" y="5229"/>
                        </a:lnTo>
                        <a:cubicBezTo>
                          <a:pt x="0" y="5472"/>
                          <a:pt x="152" y="5655"/>
                          <a:pt x="365" y="5655"/>
                        </a:cubicBezTo>
                        <a:lnTo>
                          <a:pt x="9696" y="5655"/>
                        </a:lnTo>
                        <a:cubicBezTo>
                          <a:pt x="9909" y="5655"/>
                          <a:pt x="10091" y="5472"/>
                          <a:pt x="10091" y="5229"/>
                        </a:cubicBezTo>
                        <a:lnTo>
                          <a:pt x="10091" y="426"/>
                        </a:lnTo>
                        <a:cubicBezTo>
                          <a:pt x="10091" y="214"/>
                          <a:pt x="9909" y="1"/>
                          <a:pt x="9696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7" name="Google Shape;72;p15">
                    <a:extLst>
                      <a:ext uri="{FF2B5EF4-FFF2-40B4-BE49-F238E27FC236}">
                        <a16:creationId xmlns:a16="http://schemas.microsoft.com/office/drawing/2014/main" id="{3B288BF9-0D03-95B7-1947-E34E9AD37288}"/>
                      </a:ext>
                    </a:extLst>
                  </p:cNvPr>
                  <p:cNvSpPr/>
                  <p:nvPr/>
                </p:nvSpPr>
                <p:spPr>
                  <a:xfrm>
                    <a:off x="636625" y="3009474"/>
                    <a:ext cx="252279" cy="3068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77" h="5655" extrusionOk="0">
                        <a:moveTo>
                          <a:pt x="365" y="1"/>
                        </a:moveTo>
                        <a:cubicBezTo>
                          <a:pt x="182" y="1"/>
                          <a:pt x="0" y="214"/>
                          <a:pt x="0" y="426"/>
                        </a:cubicBezTo>
                        <a:lnTo>
                          <a:pt x="0" y="5229"/>
                        </a:lnTo>
                        <a:cubicBezTo>
                          <a:pt x="0" y="5472"/>
                          <a:pt x="182" y="5655"/>
                          <a:pt x="365" y="5655"/>
                        </a:cubicBezTo>
                        <a:lnTo>
                          <a:pt x="4377" y="5655"/>
                        </a:lnTo>
                        <a:cubicBezTo>
                          <a:pt x="4164" y="5655"/>
                          <a:pt x="3982" y="5472"/>
                          <a:pt x="3982" y="5229"/>
                        </a:cubicBezTo>
                        <a:lnTo>
                          <a:pt x="3982" y="426"/>
                        </a:lnTo>
                        <a:cubicBezTo>
                          <a:pt x="3982" y="214"/>
                          <a:pt x="4164" y="1"/>
                          <a:pt x="4377" y="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8" name="Google Shape;73;p15">
                    <a:extLst>
                      <a:ext uri="{FF2B5EF4-FFF2-40B4-BE49-F238E27FC236}">
                        <a16:creationId xmlns:a16="http://schemas.microsoft.com/office/drawing/2014/main" id="{8485B7AF-A511-1971-9F79-17B324589049}"/>
                      </a:ext>
                    </a:extLst>
                  </p:cNvPr>
                  <p:cNvSpPr/>
                  <p:nvPr/>
                </p:nvSpPr>
                <p:spPr>
                  <a:xfrm>
                    <a:off x="995750" y="2995200"/>
                    <a:ext cx="59150" cy="3259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4" h="5655" extrusionOk="0">
                        <a:moveTo>
                          <a:pt x="0" y="1"/>
                        </a:moveTo>
                        <a:lnTo>
                          <a:pt x="0" y="5655"/>
                        </a:lnTo>
                        <a:lnTo>
                          <a:pt x="1064" y="5655"/>
                        </a:lnTo>
                        <a:lnTo>
                          <a:pt x="1064" y="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57" name="Google Shape;74;p15">
                <a:extLst>
                  <a:ext uri="{FF2B5EF4-FFF2-40B4-BE49-F238E27FC236}">
                    <a16:creationId xmlns:a16="http://schemas.microsoft.com/office/drawing/2014/main" id="{2EC0E639-932E-4954-8B1E-A427C2FC6EE1}"/>
                  </a:ext>
                </a:extLst>
              </p:cNvPr>
              <p:cNvGrpSpPr/>
              <p:nvPr/>
            </p:nvGrpSpPr>
            <p:grpSpPr>
              <a:xfrm>
                <a:off x="961575" y="3045714"/>
                <a:ext cx="1796165" cy="1619385"/>
                <a:chOff x="333385" y="2878200"/>
                <a:chExt cx="1899900" cy="1712909"/>
              </a:xfrm>
            </p:grpSpPr>
            <p:sp>
              <p:nvSpPr>
                <p:cNvPr id="58" name="Google Shape;75;p15">
                  <a:extLst>
                    <a:ext uri="{FF2B5EF4-FFF2-40B4-BE49-F238E27FC236}">
                      <a16:creationId xmlns:a16="http://schemas.microsoft.com/office/drawing/2014/main" id="{7DC4E3F4-8AF9-337B-7911-DD6D85A8EF9A}"/>
                    </a:ext>
                  </a:extLst>
                </p:cNvPr>
                <p:cNvSpPr/>
                <p:nvPr/>
              </p:nvSpPr>
              <p:spPr>
                <a:xfrm>
                  <a:off x="333385" y="4332809"/>
                  <a:ext cx="1899900" cy="258300"/>
                </a:xfrm>
                <a:prstGeom prst="ellipse">
                  <a:avLst/>
                </a:prstGeom>
                <a:solidFill>
                  <a:srgbClr val="000000">
                    <a:alpha val="31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59" name="Google Shape;76;p15">
                  <a:extLst>
                    <a:ext uri="{FF2B5EF4-FFF2-40B4-BE49-F238E27FC236}">
                      <a16:creationId xmlns:a16="http://schemas.microsoft.com/office/drawing/2014/main" id="{097DFA4A-355D-212C-300C-C0CB27B167C7}"/>
                    </a:ext>
                  </a:extLst>
                </p:cNvPr>
                <p:cNvGrpSpPr/>
                <p:nvPr/>
              </p:nvGrpSpPr>
              <p:grpSpPr>
                <a:xfrm>
                  <a:off x="706813" y="2878200"/>
                  <a:ext cx="1040658" cy="1594797"/>
                  <a:chOff x="407125" y="2995200"/>
                  <a:chExt cx="1040658" cy="1594797"/>
                </a:xfrm>
              </p:grpSpPr>
              <p:sp>
                <p:nvSpPr>
                  <p:cNvPr id="60" name="Google Shape;77;p15">
                    <a:extLst>
                      <a:ext uri="{FF2B5EF4-FFF2-40B4-BE49-F238E27FC236}">
                        <a16:creationId xmlns:a16="http://schemas.microsoft.com/office/drawing/2014/main" id="{C0E31759-9A77-30F8-FD1B-7621A170D41D}"/>
                      </a:ext>
                    </a:extLst>
                  </p:cNvPr>
                  <p:cNvSpPr/>
                  <p:nvPr/>
                </p:nvSpPr>
                <p:spPr>
                  <a:xfrm>
                    <a:off x="407125" y="3750761"/>
                    <a:ext cx="1040658" cy="6990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056" h="12129" extrusionOk="0">
                        <a:moveTo>
                          <a:pt x="0" y="1"/>
                        </a:moveTo>
                        <a:lnTo>
                          <a:pt x="0" y="12128"/>
                        </a:lnTo>
                        <a:lnTo>
                          <a:pt x="18055" y="12128"/>
                        </a:lnTo>
                        <a:lnTo>
                          <a:pt x="18055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1" name="Google Shape;78;p15">
                    <a:extLst>
                      <a:ext uri="{FF2B5EF4-FFF2-40B4-BE49-F238E27FC236}">
                        <a16:creationId xmlns:a16="http://schemas.microsoft.com/office/drawing/2014/main" id="{499ACDFB-8AA4-4B2D-6734-9B0C7EE05340}"/>
                      </a:ext>
                    </a:extLst>
                  </p:cNvPr>
                  <p:cNvSpPr/>
                  <p:nvPr/>
                </p:nvSpPr>
                <p:spPr>
                  <a:xfrm>
                    <a:off x="407125" y="3316300"/>
                    <a:ext cx="1040658" cy="4345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056" h="7539" extrusionOk="0">
                        <a:moveTo>
                          <a:pt x="5897" y="1"/>
                        </a:moveTo>
                        <a:cubicBezTo>
                          <a:pt x="5836" y="821"/>
                          <a:pt x="5441" y="1581"/>
                          <a:pt x="4803" y="2128"/>
                        </a:cubicBezTo>
                        <a:lnTo>
                          <a:pt x="790" y="5533"/>
                        </a:lnTo>
                        <a:cubicBezTo>
                          <a:pt x="274" y="5988"/>
                          <a:pt x="0" y="6596"/>
                          <a:pt x="0" y="7265"/>
                        </a:cubicBezTo>
                        <a:lnTo>
                          <a:pt x="0" y="7539"/>
                        </a:lnTo>
                        <a:lnTo>
                          <a:pt x="18055" y="7539"/>
                        </a:lnTo>
                        <a:lnTo>
                          <a:pt x="18055" y="7265"/>
                        </a:lnTo>
                        <a:cubicBezTo>
                          <a:pt x="18055" y="6596"/>
                          <a:pt x="17751" y="5958"/>
                          <a:pt x="17265" y="5533"/>
                        </a:cubicBezTo>
                        <a:lnTo>
                          <a:pt x="13253" y="2128"/>
                        </a:lnTo>
                        <a:cubicBezTo>
                          <a:pt x="12614" y="1581"/>
                          <a:pt x="12219" y="821"/>
                          <a:pt x="12128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2" name="Google Shape;79;p15">
                    <a:extLst>
                      <a:ext uri="{FF2B5EF4-FFF2-40B4-BE49-F238E27FC236}">
                        <a16:creationId xmlns:a16="http://schemas.microsoft.com/office/drawing/2014/main" id="{CFC20309-AE14-6720-2151-6FAD318249ED}"/>
                      </a:ext>
                    </a:extLst>
                  </p:cNvPr>
                  <p:cNvSpPr/>
                  <p:nvPr/>
                </p:nvSpPr>
                <p:spPr>
                  <a:xfrm>
                    <a:off x="407125" y="4449771"/>
                    <a:ext cx="1040658" cy="1402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056" h="2433" extrusionOk="0">
                        <a:moveTo>
                          <a:pt x="0" y="0"/>
                        </a:moveTo>
                        <a:lnTo>
                          <a:pt x="0" y="183"/>
                        </a:lnTo>
                        <a:cubicBezTo>
                          <a:pt x="0" y="1429"/>
                          <a:pt x="1003" y="2432"/>
                          <a:pt x="2249" y="2432"/>
                        </a:cubicBezTo>
                        <a:lnTo>
                          <a:pt x="15776" y="2432"/>
                        </a:lnTo>
                        <a:cubicBezTo>
                          <a:pt x="17022" y="2432"/>
                          <a:pt x="18055" y="1429"/>
                          <a:pt x="18055" y="183"/>
                        </a:cubicBezTo>
                        <a:lnTo>
                          <a:pt x="18055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3" name="Google Shape;80;p15">
                    <a:extLst>
                      <a:ext uri="{FF2B5EF4-FFF2-40B4-BE49-F238E27FC236}">
                        <a16:creationId xmlns:a16="http://schemas.microsoft.com/office/drawing/2014/main" id="{84D8D9D4-DBEA-13AC-7AB3-92D7385DD250}"/>
                      </a:ext>
                    </a:extLst>
                  </p:cNvPr>
                  <p:cNvSpPr/>
                  <p:nvPr/>
                </p:nvSpPr>
                <p:spPr>
                  <a:xfrm>
                    <a:off x="566546" y="3961017"/>
                    <a:ext cx="720034" cy="648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493" h="1125" extrusionOk="0">
                        <a:moveTo>
                          <a:pt x="578" y="0"/>
                        </a:moveTo>
                        <a:cubicBezTo>
                          <a:pt x="274" y="0"/>
                          <a:pt x="0" y="243"/>
                          <a:pt x="0" y="547"/>
                        </a:cubicBezTo>
                        <a:cubicBezTo>
                          <a:pt x="0" y="851"/>
                          <a:pt x="274" y="1125"/>
                          <a:pt x="578" y="1125"/>
                        </a:cubicBezTo>
                        <a:lnTo>
                          <a:pt x="11946" y="1125"/>
                        </a:lnTo>
                        <a:cubicBezTo>
                          <a:pt x="12250" y="1125"/>
                          <a:pt x="12493" y="851"/>
                          <a:pt x="12493" y="547"/>
                        </a:cubicBezTo>
                        <a:cubicBezTo>
                          <a:pt x="12493" y="243"/>
                          <a:pt x="12250" y="0"/>
                          <a:pt x="11946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68" name="Google Shape;81;p15">
                    <a:extLst>
                      <a:ext uri="{FF2B5EF4-FFF2-40B4-BE49-F238E27FC236}">
                        <a16:creationId xmlns:a16="http://schemas.microsoft.com/office/drawing/2014/main" id="{119FC884-C5C9-BAA9-302C-AE910451E7EC}"/>
                      </a:ext>
                    </a:extLst>
                  </p:cNvPr>
                  <p:cNvSpPr/>
                  <p:nvPr/>
                </p:nvSpPr>
                <p:spPr>
                  <a:xfrm>
                    <a:off x="566546" y="4067874"/>
                    <a:ext cx="720034" cy="648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493" h="1125" extrusionOk="0">
                        <a:moveTo>
                          <a:pt x="578" y="0"/>
                        </a:moveTo>
                        <a:cubicBezTo>
                          <a:pt x="274" y="0"/>
                          <a:pt x="0" y="274"/>
                          <a:pt x="0" y="578"/>
                        </a:cubicBezTo>
                        <a:cubicBezTo>
                          <a:pt x="0" y="882"/>
                          <a:pt x="274" y="1125"/>
                          <a:pt x="578" y="1125"/>
                        </a:cubicBezTo>
                        <a:lnTo>
                          <a:pt x="11946" y="1125"/>
                        </a:lnTo>
                        <a:cubicBezTo>
                          <a:pt x="12250" y="1125"/>
                          <a:pt x="12493" y="882"/>
                          <a:pt x="12493" y="578"/>
                        </a:cubicBezTo>
                        <a:cubicBezTo>
                          <a:pt x="12493" y="274"/>
                          <a:pt x="12250" y="0"/>
                          <a:pt x="11946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0" name="Google Shape;82;p15">
                    <a:extLst>
                      <a:ext uri="{FF2B5EF4-FFF2-40B4-BE49-F238E27FC236}">
                        <a16:creationId xmlns:a16="http://schemas.microsoft.com/office/drawing/2014/main" id="{3260882E-C343-474B-EBB0-567ACB3F38B2}"/>
                      </a:ext>
                    </a:extLst>
                  </p:cNvPr>
                  <p:cNvSpPr/>
                  <p:nvPr/>
                </p:nvSpPr>
                <p:spPr>
                  <a:xfrm>
                    <a:off x="566546" y="4176461"/>
                    <a:ext cx="443271" cy="648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91" h="1126" extrusionOk="0">
                        <a:moveTo>
                          <a:pt x="578" y="1"/>
                        </a:moveTo>
                        <a:cubicBezTo>
                          <a:pt x="274" y="1"/>
                          <a:pt x="0" y="244"/>
                          <a:pt x="0" y="578"/>
                        </a:cubicBezTo>
                        <a:cubicBezTo>
                          <a:pt x="0" y="882"/>
                          <a:pt x="274" y="1125"/>
                          <a:pt x="578" y="1125"/>
                        </a:cubicBezTo>
                        <a:lnTo>
                          <a:pt x="7143" y="1125"/>
                        </a:lnTo>
                        <a:cubicBezTo>
                          <a:pt x="7447" y="1125"/>
                          <a:pt x="7690" y="882"/>
                          <a:pt x="7690" y="578"/>
                        </a:cubicBezTo>
                        <a:cubicBezTo>
                          <a:pt x="7690" y="244"/>
                          <a:pt x="7447" y="1"/>
                          <a:pt x="7143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1" name="Google Shape;83;p15">
                    <a:extLst>
                      <a:ext uri="{FF2B5EF4-FFF2-40B4-BE49-F238E27FC236}">
                        <a16:creationId xmlns:a16="http://schemas.microsoft.com/office/drawing/2014/main" id="{0AEBD907-56AE-EFAE-DD15-1A87D927CF5B}"/>
                      </a:ext>
                    </a:extLst>
                  </p:cNvPr>
                  <p:cNvSpPr/>
                  <p:nvPr/>
                </p:nvSpPr>
                <p:spPr>
                  <a:xfrm>
                    <a:off x="995761" y="3316300"/>
                    <a:ext cx="401197" cy="12736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61" h="22099" extrusionOk="0">
                        <a:moveTo>
                          <a:pt x="0" y="1"/>
                        </a:moveTo>
                        <a:cubicBezTo>
                          <a:pt x="91" y="821"/>
                          <a:pt x="486" y="1581"/>
                          <a:pt x="1125" y="2128"/>
                        </a:cubicBezTo>
                        <a:lnTo>
                          <a:pt x="5137" y="5533"/>
                        </a:lnTo>
                        <a:cubicBezTo>
                          <a:pt x="5623" y="5988"/>
                          <a:pt x="5927" y="6596"/>
                          <a:pt x="5927" y="7265"/>
                        </a:cubicBezTo>
                        <a:lnTo>
                          <a:pt x="5927" y="7539"/>
                        </a:lnTo>
                        <a:lnTo>
                          <a:pt x="5927" y="19666"/>
                        </a:lnTo>
                        <a:lnTo>
                          <a:pt x="5927" y="19849"/>
                        </a:lnTo>
                        <a:cubicBezTo>
                          <a:pt x="5927" y="21095"/>
                          <a:pt x="4894" y="22098"/>
                          <a:pt x="3648" y="22098"/>
                        </a:cubicBezTo>
                        <a:lnTo>
                          <a:pt x="4681" y="22098"/>
                        </a:lnTo>
                        <a:cubicBezTo>
                          <a:pt x="5927" y="22098"/>
                          <a:pt x="6961" y="21095"/>
                          <a:pt x="6961" y="19849"/>
                        </a:cubicBezTo>
                        <a:lnTo>
                          <a:pt x="6961" y="19666"/>
                        </a:lnTo>
                        <a:lnTo>
                          <a:pt x="6961" y="7539"/>
                        </a:lnTo>
                        <a:lnTo>
                          <a:pt x="6961" y="7265"/>
                        </a:lnTo>
                        <a:cubicBezTo>
                          <a:pt x="6961" y="6596"/>
                          <a:pt x="6657" y="5958"/>
                          <a:pt x="6170" y="5533"/>
                        </a:cubicBezTo>
                        <a:lnTo>
                          <a:pt x="2158" y="2128"/>
                        </a:lnTo>
                        <a:cubicBezTo>
                          <a:pt x="1520" y="1581"/>
                          <a:pt x="1125" y="821"/>
                          <a:pt x="1034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2" name="Google Shape;84;p15">
                    <a:extLst>
                      <a:ext uri="{FF2B5EF4-FFF2-40B4-BE49-F238E27FC236}">
                        <a16:creationId xmlns:a16="http://schemas.microsoft.com/office/drawing/2014/main" id="{EFC8966D-4A80-92AA-A377-AADE96E9F616}"/>
                      </a:ext>
                    </a:extLst>
                  </p:cNvPr>
                  <p:cNvSpPr/>
                  <p:nvPr/>
                </p:nvSpPr>
                <p:spPr>
                  <a:xfrm>
                    <a:off x="407125" y="3316300"/>
                    <a:ext cx="548397" cy="12736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15" h="22099" extrusionOk="0">
                        <a:moveTo>
                          <a:pt x="5897" y="1"/>
                        </a:moveTo>
                        <a:cubicBezTo>
                          <a:pt x="5806" y="821"/>
                          <a:pt x="5411" y="1581"/>
                          <a:pt x="4803" y="2128"/>
                        </a:cubicBezTo>
                        <a:lnTo>
                          <a:pt x="790" y="5533"/>
                        </a:lnTo>
                        <a:cubicBezTo>
                          <a:pt x="274" y="5988"/>
                          <a:pt x="0" y="6596"/>
                          <a:pt x="0" y="7265"/>
                        </a:cubicBezTo>
                        <a:lnTo>
                          <a:pt x="0" y="7539"/>
                        </a:lnTo>
                        <a:lnTo>
                          <a:pt x="0" y="19666"/>
                        </a:lnTo>
                        <a:lnTo>
                          <a:pt x="0" y="19849"/>
                        </a:lnTo>
                        <a:cubicBezTo>
                          <a:pt x="0" y="21095"/>
                          <a:pt x="1003" y="22098"/>
                          <a:pt x="2249" y="22098"/>
                        </a:cubicBezTo>
                        <a:lnTo>
                          <a:pt x="5867" y="22098"/>
                        </a:lnTo>
                        <a:cubicBezTo>
                          <a:pt x="4620" y="22098"/>
                          <a:pt x="3617" y="21095"/>
                          <a:pt x="3617" y="19849"/>
                        </a:cubicBezTo>
                        <a:lnTo>
                          <a:pt x="3617" y="19666"/>
                        </a:lnTo>
                        <a:lnTo>
                          <a:pt x="3617" y="7539"/>
                        </a:lnTo>
                        <a:lnTo>
                          <a:pt x="3617" y="7265"/>
                        </a:lnTo>
                        <a:cubicBezTo>
                          <a:pt x="3617" y="6596"/>
                          <a:pt x="3891" y="5988"/>
                          <a:pt x="4408" y="5533"/>
                        </a:cubicBezTo>
                        <a:lnTo>
                          <a:pt x="8420" y="2128"/>
                        </a:lnTo>
                        <a:cubicBezTo>
                          <a:pt x="9058" y="1581"/>
                          <a:pt x="9453" y="821"/>
                          <a:pt x="9514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3" name="Google Shape;85;p15">
                    <a:extLst>
                      <a:ext uri="{FF2B5EF4-FFF2-40B4-BE49-F238E27FC236}">
                        <a16:creationId xmlns:a16="http://schemas.microsoft.com/office/drawing/2014/main" id="{95FA68D1-737D-DDE1-7C47-3445E859C1D3}"/>
                      </a:ext>
                    </a:extLst>
                  </p:cNvPr>
                  <p:cNvSpPr/>
                  <p:nvPr/>
                </p:nvSpPr>
                <p:spPr>
                  <a:xfrm>
                    <a:off x="636625" y="3009475"/>
                    <a:ext cx="581652" cy="3068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92" h="5655" extrusionOk="0">
                        <a:moveTo>
                          <a:pt x="365" y="1"/>
                        </a:moveTo>
                        <a:cubicBezTo>
                          <a:pt x="152" y="1"/>
                          <a:pt x="0" y="214"/>
                          <a:pt x="0" y="426"/>
                        </a:cubicBezTo>
                        <a:lnTo>
                          <a:pt x="0" y="5229"/>
                        </a:lnTo>
                        <a:cubicBezTo>
                          <a:pt x="0" y="5472"/>
                          <a:pt x="152" y="5655"/>
                          <a:pt x="365" y="5655"/>
                        </a:cubicBezTo>
                        <a:lnTo>
                          <a:pt x="9696" y="5655"/>
                        </a:lnTo>
                        <a:cubicBezTo>
                          <a:pt x="9909" y="5655"/>
                          <a:pt x="10091" y="5472"/>
                          <a:pt x="10091" y="5229"/>
                        </a:cubicBezTo>
                        <a:lnTo>
                          <a:pt x="10091" y="426"/>
                        </a:lnTo>
                        <a:cubicBezTo>
                          <a:pt x="10091" y="214"/>
                          <a:pt x="9909" y="1"/>
                          <a:pt x="9696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4" name="Google Shape;86;p15">
                    <a:extLst>
                      <a:ext uri="{FF2B5EF4-FFF2-40B4-BE49-F238E27FC236}">
                        <a16:creationId xmlns:a16="http://schemas.microsoft.com/office/drawing/2014/main" id="{8663E2D4-7DED-7C74-89B3-40B21BEF12BE}"/>
                      </a:ext>
                    </a:extLst>
                  </p:cNvPr>
                  <p:cNvSpPr/>
                  <p:nvPr/>
                </p:nvSpPr>
                <p:spPr>
                  <a:xfrm>
                    <a:off x="636625" y="3009474"/>
                    <a:ext cx="252279" cy="3068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77" h="5655" extrusionOk="0">
                        <a:moveTo>
                          <a:pt x="365" y="1"/>
                        </a:moveTo>
                        <a:cubicBezTo>
                          <a:pt x="182" y="1"/>
                          <a:pt x="0" y="214"/>
                          <a:pt x="0" y="426"/>
                        </a:cubicBezTo>
                        <a:lnTo>
                          <a:pt x="0" y="5229"/>
                        </a:lnTo>
                        <a:cubicBezTo>
                          <a:pt x="0" y="5472"/>
                          <a:pt x="182" y="5655"/>
                          <a:pt x="365" y="5655"/>
                        </a:cubicBezTo>
                        <a:lnTo>
                          <a:pt x="4377" y="5655"/>
                        </a:lnTo>
                        <a:cubicBezTo>
                          <a:pt x="4164" y="5655"/>
                          <a:pt x="3982" y="5472"/>
                          <a:pt x="3982" y="5229"/>
                        </a:cubicBezTo>
                        <a:lnTo>
                          <a:pt x="3982" y="426"/>
                        </a:lnTo>
                        <a:cubicBezTo>
                          <a:pt x="3982" y="214"/>
                          <a:pt x="4164" y="1"/>
                          <a:pt x="4377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5" name="Google Shape;87;p15">
                    <a:extLst>
                      <a:ext uri="{FF2B5EF4-FFF2-40B4-BE49-F238E27FC236}">
                        <a16:creationId xmlns:a16="http://schemas.microsoft.com/office/drawing/2014/main" id="{DE9E878D-F22F-F3A8-9E8A-CEA6F457C014}"/>
                      </a:ext>
                    </a:extLst>
                  </p:cNvPr>
                  <p:cNvSpPr/>
                  <p:nvPr/>
                </p:nvSpPr>
                <p:spPr>
                  <a:xfrm>
                    <a:off x="995750" y="2995200"/>
                    <a:ext cx="59150" cy="3259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4" h="5655" extrusionOk="0">
                        <a:moveTo>
                          <a:pt x="0" y="1"/>
                        </a:moveTo>
                        <a:lnTo>
                          <a:pt x="0" y="5655"/>
                        </a:lnTo>
                        <a:lnTo>
                          <a:pt x="1064" y="5655"/>
                        </a:lnTo>
                        <a:lnTo>
                          <a:pt x="1064" y="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sp>
        <p:nvSpPr>
          <p:cNvPr id="5" name="Google Shape;609;p33">
            <a:extLst>
              <a:ext uri="{FF2B5EF4-FFF2-40B4-BE49-F238E27FC236}">
                <a16:creationId xmlns:a16="http://schemas.microsoft.com/office/drawing/2014/main" id="{B94D9802-D2E8-5138-BD53-3CB74F30BD13}"/>
              </a:ext>
            </a:extLst>
          </p:cNvPr>
          <p:cNvSpPr/>
          <p:nvPr/>
        </p:nvSpPr>
        <p:spPr>
          <a:xfrm>
            <a:off x="8142615" y="4791315"/>
            <a:ext cx="343849" cy="343831"/>
          </a:xfrm>
          <a:custGeom>
            <a:avLst/>
            <a:gdLst/>
            <a:ahLst/>
            <a:cxnLst/>
            <a:rect l="l" t="t" r="r" b="b"/>
            <a:pathLst>
              <a:path w="297675" h="297675" extrusionOk="0">
                <a:moveTo>
                  <a:pt x="297675" y="148838"/>
                </a:moveTo>
                <a:cubicBezTo>
                  <a:pt x="297675" y="231038"/>
                  <a:pt x="231038" y="297675"/>
                  <a:pt x="148838" y="297675"/>
                </a:cubicBezTo>
                <a:cubicBezTo>
                  <a:pt x="66637" y="297675"/>
                  <a:pt x="0" y="231038"/>
                  <a:pt x="0" y="148838"/>
                </a:cubicBezTo>
                <a:cubicBezTo>
                  <a:pt x="0" y="66637"/>
                  <a:pt x="66637" y="0"/>
                  <a:pt x="148838" y="0"/>
                </a:cubicBezTo>
                <a:cubicBezTo>
                  <a:pt x="231038" y="0"/>
                  <a:pt x="297675" y="66637"/>
                  <a:pt x="297675" y="148838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 dirty="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553;p33">
            <a:extLst>
              <a:ext uri="{FF2B5EF4-FFF2-40B4-BE49-F238E27FC236}">
                <a16:creationId xmlns:a16="http://schemas.microsoft.com/office/drawing/2014/main" id="{5ADD6D1C-3A6A-78EF-AA30-812DE1BA99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816467" y="-186484"/>
            <a:ext cx="10776933" cy="109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US" sz="4000" dirty="0">
                <a:solidFill>
                  <a:schemeClr val="tx1"/>
                </a:solidFill>
              </a:rPr>
              <a:t>3. SOLUTION FINE-TUNING</a:t>
            </a:r>
            <a:endParaRPr sz="4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E491DF1-28B5-CF07-0AFB-F8C7001DCCA5}"/>
              </a:ext>
            </a:extLst>
          </p:cNvPr>
          <p:cNvSpPr/>
          <p:nvPr/>
        </p:nvSpPr>
        <p:spPr>
          <a:xfrm>
            <a:off x="1003297" y="2222166"/>
            <a:ext cx="3116584" cy="1428840"/>
          </a:xfrm>
          <a:prstGeom prst="roundRect">
            <a:avLst/>
          </a:prstGeom>
          <a:solidFill>
            <a:srgbClr val="D0F5C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BC5988B-4345-D1D3-9D1A-675BDA9FD8DF}"/>
              </a:ext>
            </a:extLst>
          </p:cNvPr>
          <p:cNvSpPr/>
          <p:nvPr/>
        </p:nvSpPr>
        <p:spPr>
          <a:xfrm>
            <a:off x="4706318" y="2215705"/>
            <a:ext cx="2910295" cy="140871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8E8296-F017-ACFB-CF5E-58F022FCF7A2}"/>
              </a:ext>
            </a:extLst>
          </p:cNvPr>
          <p:cNvSpPr txBox="1"/>
          <p:nvPr/>
        </p:nvSpPr>
        <p:spPr>
          <a:xfrm>
            <a:off x="1049709" y="2308675"/>
            <a:ext cx="324455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  Avantages :</a:t>
            </a:r>
          </a:p>
          <a:p>
            <a:endParaRPr lang="fr-FR" dirty="0"/>
          </a:p>
          <a:p>
            <a:r>
              <a:rPr lang="fr-FR" dirty="0"/>
              <a:t>+ open source</a:t>
            </a:r>
          </a:p>
          <a:p>
            <a:r>
              <a:rPr lang="fr-FR" dirty="0"/>
              <a:t>+ spécialisé sur nos données </a:t>
            </a:r>
          </a:p>
          <a:p>
            <a:r>
              <a:rPr lang="fr-FR" dirty="0"/>
              <a:t>+ </a:t>
            </a:r>
            <a:r>
              <a:rPr lang="en-US" dirty="0" err="1"/>
              <a:t>Contrôle</a:t>
            </a:r>
            <a:r>
              <a:rPr lang="en-US" dirty="0"/>
              <a:t> total</a:t>
            </a:r>
            <a:endParaRPr lang="fr-FR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CDA5C6A-86D6-A828-40CB-872986125885}"/>
              </a:ext>
            </a:extLst>
          </p:cNvPr>
          <p:cNvSpPr/>
          <p:nvPr/>
        </p:nvSpPr>
        <p:spPr>
          <a:xfrm>
            <a:off x="4606240" y="2127721"/>
            <a:ext cx="263475" cy="26347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A5ABC5A-D2E2-E4FE-7928-11AA34690C31}"/>
              </a:ext>
            </a:extLst>
          </p:cNvPr>
          <p:cNvSpPr/>
          <p:nvPr/>
        </p:nvSpPr>
        <p:spPr>
          <a:xfrm>
            <a:off x="899212" y="2130762"/>
            <a:ext cx="263474" cy="263476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FAAEDA-E2F7-3604-599A-40C27DF8B971}"/>
              </a:ext>
            </a:extLst>
          </p:cNvPr>
          <p:cNvSpPr txBox="1"/>
          <p:nvPr/>
        </p:nvSpPr>
        <p:spPr>
          <a:xfrm>
            <a:off x="4818471" y="2277897"/>
            <a:ext cx="279814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Inconvénients :</a:t>
            </a:r>
          </a:p>
          <a:p>
            <a:endParaRPr lang="fr-FR" sz="1200" dirty="0"/>
          </a:p>
          <a:p>
            <a:pPr marL="171450" indent="-171450">
              <a:buFontTx/>
              <a:buChar char="-"/>
            </a:pPr>
            <a:r>
              <a:rPr lang="fr-FR" sz="1200" dirty="0"/>
              <a:t>Ressources pour </a:t>
            </a:r>
            <a:r>
              <a:rPr lang="fr-FR" sz="1200" dirty="0" err="1"/>
              <a:t>finetuner</a:t>
            </a:r>
            <a:r>
              <a:rPr lang="fr-FR" sz="1200" dirty="0"/>
              <a:t> le modèle</a:t>
            </a:r>
          </a:p>
          <a:p>
            <a:pPr marL="171450" indent="-171450">
              <a:buFontTx/>
              <a:buChar char="-"/>
            </a:pPr>
            <a:r>
              <a:rPr lang="fr-FR" sz="1200" dirty="0"/>
              <a:t>Temps de réponse variable selon les ressources de la machine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711739-3FD0-DF11-B7F3-8C99A2A41F46}"/>
              </a:ext>
            </a:extLst>
          </p:cNvPr>
          <p:cNvSpPr txBox="1"/>
          <p:nvPr/>
        </p:nvSpPr>
        <p:spPr>
          <a:xfrm>
            <a:off x="1003297" y="1112462"/>
            <a:ext cx="50018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highlight>
                  <a:srgbClr val="FFFF00"/>
                </a:highlight>
              </a:rPr>
              <a:t>Étape 2 :</a:t>
            </a:r>
            <a:r>
              <a:rPr lang="fr-FR" sz="1200" dirty="0"/>
              <a:t> </a:t>
            </a:r>
            <a:r>
              <a:rPr lang="fr-FR" sz="1200" dirty="0" err="1"/>
              <a:t>Finetuning</a:t>
            </a:r>
            <a:r>
              <a:rPr lang="fr-FR" sz="1200" dirty="0"/>
              <a:t> de modèle sur nos données synthétisées (LORA)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47AB40-F6AA-0DF4-2070-85A29BDE16D2}"/>
              </a:ext>
            </a:extLst>
          </p:cNvPr>
          <p:cNvSpPr txBox="1"/>
          <p:nvPr/>
        </p:nvSpPr>
        <p:spPr>
          <a:xfrm>
            <a:off x="1003297" y="1461961"/>
            <a:ext cx="50018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highlight>
                  <a:srgbClr val="FFFF00"/>
                </a:highlight>
              </a:rPr>
              <a:t>Étape 3 :</a:t>
            </a:r>
            <a:r>
              <a:rPr lang="fr-FR" sz="1200" dirty="0"/>
              <a:t> utilisation de modèle </a:t>
            </a:r>
            <a:r>
              <a:rPr lang="fr-FR" sz="1200" dirty="0" err="1"/>
              <a:t>finetuner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3021193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theme/theme1.xml><?xml version="1.0" encoding="utf-8"?>
<a:theme xmlns:a="http://schemas.openxmlformats.org/drawingml/2006/main" name="Medical Collaboration Research by Slidesgo">
  <a:themeElements>
    <a:clrScheme name="Simple Light">
      <a:dk1>
        <a:srgbClr val="041834"/>
      </a:dk1>
      <a:lt1>
        <a:srgbClr val="E3F4FA"/>
      </a:lt1>
      <a:dk2>
        <a:srgbClr val="00648F"/>
      </a:dk2>
      <a:lt2>
        <a:srgbClr val="B6E3F1"/>
      </a:lt2>
      <a:accent1>
        <a:srgbClr val="6BC1D1"/>
      </a:accent1>
      <a:accent2>
        <a:srgbClr val="0596A2"/>
      </a:accent2>
      <a:accent3>
        <a:srgbClr val="F69380"/>
      </a:accent3>
      <a:accent4>
        <a:srgbClr val="E2583E"/>
      </a:accent4>
      <a:accent5>
        <a:srgbClr val="D6B6C8"/>
      </a:accent5>
      <a:accent6>
        <a:srgbClr val="FCFBF7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4963</TotalTime>
  <Words>284</Words>
  <Application>Microsoft Office PowerPoint</Application>
  <PresentationFormat>On-screen Show (16:9)</PresentationFormat>
  <Paragraphs>65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Calibri</vt:lpstr>
      <vt:lpstr>Raleway</vt:lpstr>
      <vt:lpstr>Open Sans Light</vt:lpstr>
      <vt:lpstr>Roboto</vt:lpstr>
      <vt:lpstr>Nunito Light</vt:lpstr>
      <vt:lpstr>Open Sans</vt:lpstr>
      <vt:lpstr>Raleway Black</vt:lpstr>
      <vt:lpstr>Arial</vt:lpstr>
      <vt:lpstr>Medical Collaboration Research by Slidesgo</vt:lpstr>
      <vt:lpstr>PowerPoint Presentation</vt:lpstr>
      <vt:lpstr>1. SOLUTION GEMINI (API)</vt:lpstr>
      <vt:lpstr>2. SOLUTION OLLAMA (LOCAL):</vt:lpstr>
      <vt:lpstr>3. SOLUTION FINE-TUNING</vt:lpstr>
      <vt:lpstr>3. SOLUTION FINE-TUNING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Montassar bellah Abdallah</dc:creator>
  <cp:lastModifiedBy>Montassar Bellah Abdallah</cp:lastModifiedBy>
  <cp:revision>88</cp:revision>
  <dcterms:modified xsi:type="dcterms:W3CDTF">2025-11-16T19:30:28Z</dcterms:modified>
</cp:coreProperties>
</file>